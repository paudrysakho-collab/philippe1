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180</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63"/>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6" name="Text 64"/>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7" name="Shape 65"/>
          <p:cNvSpPr/>
          <p:nvPr/>
        </p:nvSpPr>
        <p:spPr>
          <a:xfrm>
            <a:off x="612000" y="5684400"/>
            <a:ext cx="2952000" cy="0"/>
          </a:xfrm>
          <a:prstGeom prst="line">
            <a:avLst/>
          </a:prstGeom>
          <a:noFill/>
          <a:ln w="3810">
            <a:solidFill>
              <a:srgbClr val="C9CFC9"/>
            </a:solidFill>
            <a:prstDash val="solid"/>
          </a:ln>
        </p:spPr>
      </p:sp>
      <p:sp>
        <p:nvSpPr>
          <p:cNvPr id="68" name="Text 66"/>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7"/>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0" name="Text 68"/>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1" name="Shape 69"/>
          <p:cNvSpPr/>
          <p:nvPr/>
        </p:nvSpPr>
        <p:spPr>
          <a:xfrm>
            <a:off x="612000" y="5886000"/>
            <a:ext cx="2952000" cy="0"/>
          </a:xfrm>
          <a:prstGeom prst="line">
            <a:avLst/>
          </a:prstGeom>
          <a:noFill/>
          <a:ln w="3810">
            <a:solidFill>
              <a:srgbClr val="C9CFC9"/>
            </a:solidFill>
            <a:prstDash val="solid"/>
          </a:ln>
        </p:spPr>
      </p:sp>
      <p:sp>
        <p:nvSpPr>
          <p:cNvPr id="72" name="Text 70"/>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71"/>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4" name="Text 72"/>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5" name="Shape 73"/>
          <p:cNvSpPr/>
          <p:nvPr/>
        </p:nvSpPr>
        <p:spPr>
          <a:xfrm>
            <a:off x="612000" y="6087600"/>
            <a:ext cx="2952000" cy="0"/>
          </a:xfrm>
          <a:prstGeom prst="line">
            <a:avLst/>
          </a:prstGeom>
          <a:noFill/>
          <a:ln w="3810">
            <a:solidFill>
              <a:srgbClr val="C9CFC9"/>
            </a:solidFill>
            <a:prstDash val="solid"/>
          </a:ln>
        </p:spPr>
      </p:sp>
      <p:sp>
        <p:nvSpPr>
          <p:cNvPr id="76" name="Text 74"/>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7" name="Text 75"/>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8" name="Text 76"/>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79" name="Shape 77"/>
          <p:cNvSpPr/>
          <p:nvPr/>
        </p:nvSpPr>
        <p:spPr>
          <a:xfrm>
            <a:off x="612000" y="6289200"/>
            <a:ext cx="2952000" cy="0"/>
          </a:xfrm>
          <a:prstGeom prst="line">
            <a:avLst/>
          </a:prstGeom>
          <a:noFill/>
          <a:ln w="3810">
            <a:solidFill>
              <a:srgbClr val="C9CFC9"/>
            </a:solidFill>
            <a:prstDash val="solid"/>
          </a:ln>
        </p:spPr>
      </p:sp>
      <p:sp>
        <p:nvSpPr>
          <p:cNvPr id="80" name="Text 78"/>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1" name="Text 79"/>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2" name="Text 80"/>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3" name="Shape 81"/>
          <p:cNvSpPr/>
          <p:nvPr/>
        </p:nvSpPr>
        <p:spPr>
          <a:xfrm>
            <a:off x="612000" y="6490800"/>
            <a:ext cx="2952000" cy="0"/>
          </a:xfrm>
          <a:prstGeom prst="line">
            <a:avLst/>
          </a:prstGeom>
          <a:noFill/>
          <a:ln w="3810">
            <a:solidFill>
              <a:srgbClr val="C9CFC9"/>
            </a:solidFill>
            <a:prstDash val="solid"/>
          </a:ln>
        </p:spPr>
      </p:sp>
      <p:sp>
        <p:nvSpPr>
          <p:cNvPr id="84" name="Shape 82"/>
          <p:cNvSpPr/>
          <p:nvPr/>
        </p:nvSpPr>
        <p:spPr>
          <a:xfrm>
            <a:off x="3780000" y="1393200"/>
            <a:ext cx="115200" cy="115200"/>
          </a:xfrm>
          <a:prstGeom prst="rect">
            <a:avLst/>
          </a:prstGeom>
          <a:solidFill>
            <a:srgbClr val="D08C3C"/>
          </a:solidFill>
          <a:ln w="7620">
            <a:solidFill>
              <a:srgbClr val="D08C3C"/>
            </a:solidFill>
            <a:prstDash val="solid"/>
          </a:ln>
        </p:spPr>
      </p:sp>
      <p:sp>
        <p:nvSpPr>
          <p:cNvPr id="85" name="Text 83"/>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86" name="Shape 84"/>
          <p:cNvSpPr/>
          <p:nvPr/>
        </p:nvSpPr>
        <p:spPr>
          <a:xfrm>
            <a:off x="3780000" y="1587600"/>
            <a:ext cx="2952000" cy="0"/>
          </a:xfrm>
          <a:prstGeom prst="line">
            <a:avLst/>
          </a:prstGeom>
          <a:noFill/>
          <a:ln w="11430">
            <a:solidFill>
              <a:srgbClr val="67067C"/>
            </a:solidFill>
            <a:prstDash val="solid"/>
          </a:ln>
        </p:spPr>
      </p:sp>
      <p:sp>
        <p:nvSpPr>
          <p:cNvPr id="87" name="Text 8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8" name="Text 8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9" name="Text 8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0" name="Shape 88"/>
          <p:cNvSpPr/>
          <p:nvPr/>
        </p:nvSpPr>
        <p:spPr>
          <a:xfrm>
            <a:off x="3780000" y="1839600"/>
            <a:ext cx="2952000" cy="0"/>
          </a:xfrm>
          <a:prstGeom prst="line">
            <a:avLst/>
          </a:prstGeom>
          <a:noFill/>
          <a:ln w="3810">
            <a:solidFill>
              <a:srgbClr val="C9CFC9"/>
            </a:solidFill>
            <a:prstDash val="solid"/>
          </a:ln>
        </p:spPr>
      </p:sp>
      <p:sp>
        <p:nvSpPr>
          <p:cNvPr id="91" name="Text 8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2" name="Text 9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3" name="Text 9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4" name="Shape 92"/>
          <p:cNvSpPr/>
          <p:nvPr/>
        </p:nvSpPr>
        <p:spPr>
          <a:xfrm>
            <a:off x="3780000" y="2041200"/>
            <a:ext cx="2952000" cy="0"/>
          </a:xfrm>
          <a:prstGeom prst="line">
            <a:avLst/>
          </a:prstGeom>
          <a:noFill/>
          <a:ln w="3810">
            <a:solidFill>
              <a:srgbClr val="C9CFC9"/>
            </a:solidFill>
            <a:prstDash val="solid"/>
          </a:ln>
        </p:spPr>
      </p:sp>
      <p:sp>
        <p:nvSpPr>
          <p:cNvPr id="95" name="Shape 93"/>
          <p:cNvSpPr/>
          <p:nvPr/>
        </p:nvSpPr>
        <p:spPr>
          <a:xfrm>
            <a:off x="3780000" y="2271600"/>
            <a:ext cx="115200" cy="115200"/>
          </a:xfrm>
          <a:prstGeom prst="rect">
            <a:avLst/>
          </a:prstGeom>
          <a:solidFill>
            <a:srgbClr val="A8515F"/>
          </a:solidFill>
          <a:ln w="7620">
            <a:solidFill>
              <a:srgbClr val="A8515F"/>
            </a:solidFill>
            <a:prstDash val="solid"/>
          </a:ln>
        </p:spPr>
      </p:sp>
      <p:sp>
        <p:nvSpPr>
          <p:cNvPr id="96" name="Text 94"/>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97" name="Shape 95"/>
          <p:cNvSpPr/>
          <p:nvPr/>
        </p:nvSpPr>
        <p:spPr>
          <a:xfrm>
            <a:off x="3780000" y="2466000"/>
            <a:ext cx="2952000" cy="0"/>
          </a:xfrm>
          <a:prstGeom prst="line">
            <a:avLst/>
          </a:prstGeom>
          <a:noFill/>
          <a:ln w="11430">
            <a:solidFill>
              <a:srgbClr val="67067C"/>
            </a:solidFill>
            <a:prstDash val="solid"/>
          </a:ln>
        </p:spPr>
      </p:sp>
      <p:sp>
        <p:nvSpPr>
          <p:cNvPr id="98" name="Text 96"/>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9" name="Text 97"/>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0" name="Text 98"/>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1" name="Shape 99"/>
          <p:cNvSpPr/>
          <p:nvPr/>
        </p:nvSpPr>
        <p:spPr>
          <a:xfrm>
            <a:off x="3780000" y="2718000"/>
            <a:ext cx="2952000" cy="0"/>
          </a:xfrm>
          <a:prstGeom prst="line">
            <a:avLst/>
          </a:prstGeom>
          <a:noFill/>
          <a:ln w="3810">
            <a:solidFill>
              <a:srgbClr val="C9CFC9"/>
            </a:solidFill>
            <a:prstDash val="solid"/>
          </a:ln>
        </p:spPr>
      </p:sp>
      <p:sp>
        <p:nvSpPr>
          <p:cNvPr id="102" name="Text 100"/>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3" name="Text 101"/>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4" name="Text 102"/>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5" name="Shape 103"/>
          <p:cNvSpPr/>
          <p:nvPr/>
        </p:nvSpPr>
        <p:spPr>
          <a:xfrm>
            <a:off x="3780000" y="2919600"/>
            <a:ext cx="2952000" cy="0"/>
          </a:xfrm>
          <a:prstGeom prst="line">
            <a:avLst/>
          </a:prstGeom>
          <a:noFill/>
          <a:ln w="3810">
            <a:solidFill>
              <a:srgbClr val="C9CFC9"/>
            </a:solidFill>
            <a:prstDash val="solid"/>
          </a:ln>
        </p:spPr>
      </p:sp>
      <p:sp>
        <p:nvSpPr>
          <p:cNvPr id="106" name="Text 104"/>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7" name="Text 105"/>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8" name="Text 106"/>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09" name="Shape 107"/>
          <p:cNvSpPr/>
          <p:nvPr/>
        </p:nvSpPr>
        <p:spPr>
          <a:xfrm>
            <a:off x="3780000" y="3121200"/>
            <a:ext cx="2952000" cy="0"/>
          </a:xfrm>
          <a:prstGeom prst="line">
            <a:avLst/>
          </a:prstGeom>
          <a:noFill/>
          <a:ln w="3810">
            <a:solidFill>
              <a:srgbClr val="C9CFC9"/>
            </a:solidFill>
            <a:prstDash val="solid"/>
          </a:ln>
        </p:spPr>
      </p:sp>
      <p:sp>
        <p:nvSpPr>
          <p:cNvPr id="110" name="Text 108"/>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1" name="Text 109"/>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2" name="Text 110"/>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3" name="Shape 111"/>
          <p:cNvSpPr/>
          <p:nvPr/>
        </p:nvSpPr>
        <p:spPr>
          <a:xfrm>
            <a:off x="3780000" y="3322800"/>
            <a:ext cx="2952000" cy="0"/>
          </a:xfrm>
          <a:prstGeom prst="line">
            <a:avLst/>
          </a:prstGeom>
          <a:noFill/>
          <a:ln w="3810">
            <a:solidFill>
              <a:srgbClr val="C9CFC9"/>
            </a:solidFill>
            <a:prstDash val="solid"/>
          </a:ln>
        </p:spPr>
      </p:sp>
      <p:sp>
        <p:nvSpPr>
          <p:cNvPr id="114" name="Shape 112"/>
          <p:cNvSpPr/>
          <p:nvPr/>
        </p:nvSpPr>
        <p:spPr>
          <a:xfrm>
            <a:off x="3780000" y="3553200"/>
            <a:ext cx="115200" cy="115200"/>
          </a:xfrm>
          <a:prstGeom prst="rect">
            <a:avLst/>
          </a:prstGeom>
          <a:solidFill>
            <a:srgbClr val="46606E"/>
          </a:solidFill>
          <a:ln w="7620">
            <a:solidFill>
              <a:srgbClr val="46606E"/>
            </a:solidFill>
            <a:prstDash val="solid"/>
          </a:ln>
        </p:spPr>
      </p:sp>
      <p:sp>
        <p:nvSpPr>
          <p:cNvPr id="115" name="Text 113"/>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16" name="Shape 114"/>
          <p:cNvSpPr/>
          <p:nvPr/>
        </p:nvSpPr>
        <p:spPr>
          <a:xfrm>
            <a:off x="3780000" y="3747600"/>
            <a:ext cx="2952000" cy="0"/>
          </a:xfrm>
          <a:prstGeom prst="line">
            <a:avLst/>
          </a:prstGeom>
          <a:noFill/>
          <a:ln w="11430">
            <a:solidFill>
              <a:srgbClr val="67067C"/>
            </a:solidFill>
            <a:prstDash val="solid"/>
          </a:ln>
        </p:spPr>
      </p:sp>
      <p:sp>
        <p:nvSpPr>
          <p:cNvPr id="117" name="Text 115"/>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8" name="Text 116"/>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9" name="Text 117"/>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0" name="Shape 118"/>
          <p:cNvSpPr/>
          <p:nvPr/>
        </p:nvSpPr>
        <p:spPr>
          <a:xfrm>
            <a:off x="3780000" y="3999600"/>
            <a:ext cx="2952000" cy="0"/>
          </a:xfrm>
          <a:prstGeom prst="line">
            <a:avLst/>
          </a:prstGeom>
          <a:noFill/>
          <a:ln w="3810">
            <a:solidFill>
              <a:srgbClr val="C9CFC9"/>
            </a:solidFill>
            <a:prstDash val="solid"/>
          </a:ln>
        </p:spPr>
      </p:sp>
      <p:sp>
        <p:nvSpPr>
          <p:cNvPr id="121" name="Shape 119"/>
          <p:cNvSpPr/>
          <p:nvPr/>
        </p:nvSpPr>
        <p:spPr>
          <a:xfrm>
            <a:off x="3780000" y="4230000"/>
            <a:ext cx="115200" cy="115200"/>
          </a:xfrm>
          <a:prstGeom prst="rect">
            <a:avLst/>
          </a:prstGeom>
          <a:solidFill>
            <a:srgbClr val="3C5B47"/>
          </a:solidFill>
          <a:ln w="7620">
            <a:solidFill>
              <a:srgbClr val="3C5B47"/>
            </a:solidFill>
            <a:prstDash val="solid"/>
          </a:ln>
        </p:spPr>
      </p:sp>
      <p:sp>
        <p:nvSpPr>
          <p:cNvPr id="122" name="Text 120"/>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3" name="Shape 121"/>
          <p:cNvSpPr/>
          <p:nvPr/>
        </p:nvSpPr>
        <p:spPr>
          <a:xfrm>
            <a:off x="3780000" y="4424400"/>
            <a:ext cx="2952000" cy="0"/>
          </a:xfrm>
          <a:prstGeom prst="line">
            <a:avLst/>
          </a:prstGeom>
          <a:noFill/>
          <a:ln w="11430">
            <a:solidFill>
              <a:srgbClr val="67067C"/>
            </a:solidFill>
            <a:prstDash val="solid"/>
          </a:ln>
        </p:spPr>
      </p:sp>
      <p:sp>
        <p:nvSpPr>
          <p:cNvPr id="124" name="Text 122"/>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5" name="Text 123"/>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26" name="Text 124"/>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27" name="Shape 125"/>
          <p:cNvSpPr/>
          <p:nvPr/>
        </p:nvSpPr>
        <p:spPr>
          <a:xfrm>
            <a:off x="3780000" y="4676400"/>
            <a:ext cx="2952000" cy="0"/>
          </a:xfrm>
          <a:prstGeom prst="line">
            <a:avLst/>
          </a:prstGeom>
          <a:noFill/>
          <a:ln w="3810">
            <a:solidFill>
              <a:srgbClr val="C9CFC9"/>
            </a:solidFill>
            <a:prstDash val="solid"/>
          </a:ln>
        </p:spPr>
      </p:sp>
      <p:sp>
        <p:nvSpPr>
          <p:cNvPr id="128" name="Text 126"/>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0" name="Text 128"/>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1" name="Shape 129"/>
          <p:cNvSpPr/>
          <p:nvPr/>
        </p:nvSpPr>
        <p:spPr>
          <a:xfrm>
            <a:off x="3780000" y="4878000"/>
            <a:ext cx="2952000" cy="0"/>
          </a:xfrm>
          <a:prstGeom prst="line">
            <a:avLst/>
          </a:prstGeom>
          <a:noFill/>
          <a:ln w="3810">
            <a:solidFill>
              <a:srgbClr val="C9CFC9"/>
            </a:solidFill>
            <a:prstDash val="solid"/>
          </a:ln>
        </p:spPr>
      </p:sp>
      <p:sp>
        <p:nvSpPr>
          <p:cNvPr id="132" name="Text 130"/>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3" name="Text 131"/>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4" name="Text 132"/>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5" name="Shape 133"/>
          <p:cNvSpPr/>
          <p:nvPr/>
        </p:nvSpPr>
        <p:spPr>
          <a:xfrm>
            <a:off x="3780000" y="5079600"/>
            <a:ext cx="2952000" cy="0"/>
          </a:xfrm>
          <a:prstGeom prst="line">
            <a:avLst/>
          </a:prstGeom>
          <a:noFill/>
          <a:ln w="3810">
            <a:solidFill>
              <a:srgbClr val="C9CFC9"/>
            </a:solidFill>
            <a:prstDash val="solid"/>
          </a:ln>
        </p:spPr>
      </p:sp>
      <p:sp>
        <p:nvSpPr>
          <p:cNvPr id="136" name="Text 134"/>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37" name="Text 135"/>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38" name="Text 136"/>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39" name="Shape 137"/>
          <p:cNvSpPr/>
          <p:nvPr/>
        </p:nvSpPr>
        <p:spPr>
          <a:xfrm>
            <a:off x="3780000" y="5281200"/>
            <a:ext cx="2952000" cy="0"/>
          </a:xfrm>
          <a:prstGeom prst="line">
            <a:avLst/>
          </a:prstGeom>
          <a:noFill/>
          <a:ln w="3810">
            <a:solidFill>
              <a:srgbClr val="C9CFC9"/>
            </a:solidFill>
            <a:prstDash val="solid"/>
          </a:ln>
        </p:spPr>
      </p:sp>
      <p:sp>
        <p:nvSpPr>
          <p:cNvPr id="140" name="Shape 138"/>
          <p:cNvSpPr/>
          <p:nvPr/>
        </p:nvSpPr>
        <p:spPr>
          <a:xfrm>
            <a:off x="3780000" y="5511600"/>
            <a:ext cx="115200" cy="115200"/>
          </a:xfrm>
          <a:prstGeom prst="rect">
            <a:avLst/>
          </a:prstGeom>
          <a:solidFill>
            <a:srgbClr val="FBF8F1"/>
          </a:solidFill>
          <a:ln w="7620">
            <a:solidFill>
              <a:srgbClr val="46606E"/>
            </a:solidFill>
            <a:prstDash val="solid"/>
          </a:ln>
        </p:spPr>
      </p:sp>
      <p:sp>
        <p:nvSpPr>
          <p:cNvPr id="141" name="Text 139"/>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2" name="Shape 140"/>
          <p:cNvSpPr/>
          <p:nvPr/>
        </p:nvSpPr>
        <p:spPr>
          <a:xfrm>
            <a:off x="3780000" y="5706000"/>
            <a:ext cx="2952000" cy="0"/>
          </a:xfrm>
          <a:prstGeom prst="line">
            <a:avLst/>
          </a:prstGeom>
          <a:noFill/>
          <a:ln w="11430">
            <a:solidFill>
              <a:srgbClr val="67067C"/>
            </a:solidFill>
            <a:prstDash val="solid"/>
          </a:ln>
        </p:spPr>
      </p:sp>
      <p:sp>
        <p:nvSpPr>
          <p:cNvPr id="143" name="Text 141"/>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4" name="Text 142"/>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5" name="Text 143"/>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46" name="Shape 144"/>
          <p:cNvSpPr/>
          <p:nvPr/>
        </p:nvSpPr>
        <p:spPr>
          <a:xfrm>
            <a:off x="3780000" y="5958000"/>
            <a:ext cx="2952000" cy="0"/>
          </a:xfrm>
          <a:prstGeom prst="line">
            <a:avLst/>
          </a:prstGeom>
          <a:noFill/>
          <a:ln w="3810">
            <a:solidFill>
              <a:srgbClr val="C9CFC9"/>
            </a:solidFill>
            <a:prstDash val="solid"/>
          </a:ln>
        </p:spPr>
      </p:sp>
      <p:sp>
        <p:nvSpPr>
          <p:cNvPr id="147" name="Text 145"/>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48" name="Text 146"/>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49" name="Text 147"/>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0" name="Shape 148"/>
          <p:cNvSpPr/>
          <p:nvPr/>
        </p:nvSpPr>
        <p:spPr>
          <a:xfrm>
            <a:off x="3780000" y="6159600"/>
            <a:ext cx="2952000" cy="0"/>
          </a:xfrm>
          <a:prstGeom prst="line">
            <a:avLst/>
          </a:prstGeom>
          <a:noFill/>
          <a:ln w="3810">
            <a:solidFill>
              <a:srgbClr val="C9CFC9"/>
            </a:solidFill>
            <a:prstDash val="solid"/>
          </a:ln>
        </p:spPr>
      </p:sp>
      <p:sp>
        <p:nvSpPr>
          <p:cNvPr id="151" name="Text 149"/>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2" name="Text 150"/>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3" name="Text 151"/>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4" name="Shape 152"/>
          <p:cNvSpPr/>
          <p:nvPr/>
        </p:nvSpPr>
        <p:spPr>
          <a:xfrm>
            <a:off x="3780000" y="6361200"/>
            <a:ext cx="2952000" cy="0"/>
          </a:xfrm>
          <a:prstGeom prst="line">
            <a:avLst/>
          </a:prstGeom>
          <a:noFill/>
          <a:ln w="3810">
            <a:solidFill>
              <a:srgbClr val="C9CFC9"/>
            </a:solidFill>
            <a:prstDash val="solid"/>
          </a:ln>
        </p:spPr>
      </p:sp>
      <p:sp>
        <p:nvSpPr>
          <p:cNvPr id="155" name="Text 153"/>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56" name="Text 154"/>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57" name="Text 155"/>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58" name="Shape 156"/>
          <p:cNvSpPr/>
          <p:nvPr/>
        </p:nvSpPr>
        <p:spPr>
          <a:xfrm>
            <a:off x="3780000" y="6562800"/>
            <a:ext cx="2952000" cy="0"/>
          </a:xfrm>
          <a:prstGeom prst="line">
            <a:avLst/>
          </a:prstGeom>
          <a:noFill/>
          <a:ln w="3810">
            <a:solidFill>
              <a:srgbClr val="C9CFC9"/>
            </a:solidFill>
            <a:prstDash val="solid"/>
          </a:ln>
        </p:spPr>
      </p:sp>
      <p:sp>
        <p:nvSpPr>
          <p:cNvPr id="159" name="Shape 157"/>
          <p:cNvSpPr/>
          <p:nvPr/>
        </p:nvSpPr>
        <p:spPr>
          <a:xfrm>
            <a:off x="612000" y="8280000"/>
            <a:ext cx="6120000" cy="0"/>
          </a:xfrm>
          <a:prstGeom prst="line">
            <a:avLst/>
          </a:prstGeom>
          <a:noFill/>
          <a:ln w="10160">
            <a:solidFill>
              <a:srgbClr val="67067C"/>
            </a:solidFill>
            <a:prstDash val="solid"/>
          </a:ln>
        </p:spPr>
      </p:sp>
      <p:sp>
        <p:nvSpPr>
          <p:cNvPr id="160" name="Text 158"/>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1" name="Text 159"/>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2"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3" name="Text 160"/>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4"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5" name="Text 161"/>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66"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67" name="Text 162"/>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68"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69" name="Text 163"/>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0"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1" name="Text 164"/>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2"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3" name="Text 165"/>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4"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5" name="Text 166"/>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76" name="Text 167"/>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77" name="Text 16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78" name="Text 16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30413"/>
            <a:ext cx="0" cy="259440"/>
          </a:xfrm>
          <a:prstGeom prst="line">
            <a:avLst/>
          </a:prstGeom>
          <a:noFill/>
          <a:ln w="17780">
            <a:solidFill>
              <a:srgbClr val="67067C"/>
            </a:solidFill>
            <a:prstDash val="solid"/>
          </a:ln>
        </p:spPr>
      </p:sp>
      <p:sp>
        <p:nvSpPr>
          <p:cNvPr id="22" name="Text 15"/>
          <p:cNvSpPr/>
          <p:nvPr/>
        </p:nvSpPr>
        <p:spPr>
          <a:xfrm>
            <a:off x="720000" y="673041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338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81454"/>
            <a:ext cx="6120000" cy="839821"/>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912454"/>
            <a:ext cx="0" cy="259440"/>
          </a:xfrm>
          <a:prstGeom prst="line">
            <a:avLst/>
          </a:prstGeom>
          <a:noFill/>
          <a:ln w="17780">
            <a:solidFill>
              <a:srgbClr val="67067C"/>
            </a:solidFill>
            <a:prstDash val="solid"/>
          </a:ln>
        </p:spPr>
      </p:sp>
      <p:sp>
        <p:nvSpPr>
          <p:cNvPr id="22" name="Text 15"/>
          <p:cNvSpPr/>
          <p:nvPr/>
        </p:nvSpPr>
        <p:spPr>
          <a:xfrm>
            <a:off x="936000" y="59124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31589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463494"/>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89846"/>
            <a:ext cx="0" cy="259440"/>
          </a:xfrm>
          <a:prstGeom prst="line">
            <a:avLst/>
          </a:prstGeom>
          <a:noFill/>
          <a:ln w="17780">
            <a:solidFill>
              <a:srgbClr val="67067C"/>
            </a:solidFill>
            <a:prstDash val="solid"/>
          </a:ln>
        </p:spPr>
      </p:sp>
      <p:sp>
        <p:nvSpPr>
          <p:cNvPr id="24" name="Text 17"/>
          <p:cNvSpPr/>
          <p:nvPr/>
        </p:nvSpPr>
        <p:spPr>
          <a:xfrm>
            <a:off x="936000" y="71898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29384"/>
            <a:ext cx="0" cy="259440"/>
          </a:xfrm>
          <a:prstGeom prst="line">
            <a:avLst/>
          </a:prstGeom>
          <a:noFill/>
          <a:ln w="17780">
            <a:solidFill>
              <a:srgbClr val="67067C"/>
            </a:solidFill>
            <a:prstDash val="solid"/>
          </a:ln>
        </p:spPr>
      </p:sp>
      <p:sp>
        <p:nvSpPr>
          <p:cNvPr id="22" name="Text 15"/>
          <p:cNvSpPr/>
          <p:nvPr/>
        </p:nvSpPr>
        <p:spPr>
          <a:xfrm>
            <a:off x="936000" y="6829384"/>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Text 16"/>
          <p:cNvSpPr/>
          <p:nvPr/>
        </p:nvSpPr>
        <p:spPr>
          <a:xfrm>
            <a:off x="828000" y="723282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4" name="Image 4" descr="/home/user/philippe1/build/deco-salon-prive-2026/sol-alsace.png">    </p:cNvPr>
          <p:cNvPicPr>
            <a:picLocks noChangeAspect="1"/>
          </p:cNvPicPr>
          <p:nvPr/>
        </p:nvPicPr>
        <p:blipFill>
          <a:blip r:embed="rId5"/>
          <a:stretch>
            <a:fillRect/>
          </a:stretch>
        </p:blipFill>
        <p:spPr>
          <a:xfrm>
            <a:off x="828000" y="7380424"/>
            <a:ext cx="6120000" cy="74085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33625"/>
            <a:ext cx="0" cy="259440"/>
          </a:xfrm>
          <a:prstGeom prst="line">
            <a:avLst/>
          </a:prstGeom>
          <a:noFill/>
          <a:ln w="17780">
            <a:solidFill>
              <a:srgbClr val="67067C"/>
            </a:solidFill>
            <a:prstDash val="solid"/>
          </a:ln>
        </p:spPr>
      </p:sp>
      <p:sp>
        <p:nvSpPr>
          <p:cNvPr id="24" name="Text 17"/>
          <p:cNvSpPr/>
          <p:nvPr/>
        </p:nvSpPr>
        <p:spPr>
          <a:xfrm>
            <a:off x="936000" y="623362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6370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6784665"/>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743510"/>
            <a:ext cx="0" cy="259440"/>
          </a:xfrm>
          <a:prstGeom prst="line">
            <a:avLst/>
          </a:prstGeom>
          <a:noFill/>
          <a:ln w="17780">
            <a:solidFill>
              <a:srgbClr val="67067C"/>
            </a:solidFill>
            <a:prstDash val="solid"/>
          </a:ln>
        </p:spPr>
      </p:sp>
      <p:sp>
        <p:nvSpPr>
          <p:cNvPr id="24" name="Text 17"/>
          <p:cNvSpPr/>
          <p:nvPr/>
        </p:nvSpPr>
        <p:spPr>
          <a:xfrm>
            <a:off x="720000" y="674351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Cray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646224"/>
            <a:ext cx="0" cy="259440"/>
          </a:xfrm>
          <a:prstGeom prst="line">
            <a:avLst/>
          </a:prstGeom>
          <a:noFill/>
          <a:ln w="17780">
            <a:solidFill>
              <a:srgbClr val="67067C"/>
            </a:solidFill>
            <a:prstDash val="solid"/>
          </a:ln>
        </p:spPr>
      </p:sp>
      <p:sp>
        <p:nvSpPr>
          <p:cNvPr id="19" name="Text 13"/>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197264"/>
            <a:ext cx="6120000" cy="1463409"/>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646224"/>
            <a:ext cx="0" cy="259440"/>
          </a:xfrm>
          <a:prstGeom prst="line">
            <a:avLst/>
          </a:prstGeom>
          <a:noFill/>
          <a:ln w="17780">
            <a:solidFill>
              <a:srgbClr val="67067C"/>
            </a:solidFill>
            <a:prstDash val="solid"/>
          </a:ln>
        </p:spPr>
      </p:sp>
      <p:sp>
        <p:nvSpPr>
          <p:cNvPr id="19" name="Text 13"/>
          <p:cNvSpPr/>
          <p:nvPr/>
        </p:nvSpPr>
        <p:spPr>
          <a:xfrm>
            <a:off x="720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197264"/>
            <a:ext cx="6120000" cy="1463409"/>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91407"/>
            <a:ext cx="0" cy="259440"/>
          </a:xfrm>
          <a:prstGeom prst="line">
            <a:avLst/>
          </a:prstGeom>
          <a:noFill/>
          <a:ln w="17780">
            <a:solidFill>
              <a:srgbClr val="67067C"/>
            </a:solidFill>
            <a:prstDash val="solid"/>
          </a:ln>
        </p:spPr>
      </p:sp>
      <p:sp>
        <p:nvSpPr>
          <p:cNvPr id="22" name="Text 15"/>
          <p:cNvSpPr/>
          <p:nvPr/>
        </p:nvSpPr>
        <p:spPr>
          <a:xfrm>
            <a:off x="936000" y="53914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948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42447"/>
            <a:ext cx="6120000" cy="12986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96951"/>
            <a:ext cx="0" cy="259440"/>
          </a:xfrm>
          <a:prstGeom prst="line">
            <a:avLst/>
          </a:prstGeom>
          <a:noFill/>
          <a:ln w="17780">
            <a:solidFill>
              <a:srgbClr val="67067C"/>
            </a:solidFill>
            <a:prstDash val="solid"/>
          </a:ln>
        </p:spPr>
      </p:sp>
      <p:sp>
        <p:nvSpPr>
          <p:cNvPr id="22" name="Text 15"/>
          <p:cNvSpPr/>
          <p:nvPr/>
        </p:nvSpPr>
        <p:spPr>
          <a:xfrm>
            <a:off x="936000" y="56969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003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47991"/>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58901"/>
            <a:ext cx="0" cy="259440"/>
          </a:xfrm>
          <a:prstGeom prst="line">
            <a:avLst/>
          </a:prstGeom>
          <a:noFill/>
          <a:ln w="17780">
            <a:solidFill>
              <a:srgbClr val="67067C"/>
            </a:solidFill>
            <a:prstDash val="solid"/>
          </a:ln>
        </p:spPr>
      </p:sp>
      <p:sp>
        <p:nvSpPr>
          <p:cNvPr id="22" name="Text 15"/>
          <p:cNvSpPr/>
          <p:nvPr/>
        </p:nvSpPr>
        <p:spPr>
          <a:xfrm>
            <a:off x="720000" y="605890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623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609941"/>
            <a:ext cx="6120000" cy="1040739"/>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646224"/>
            <a:ext cx="0" cy="259440"/>
          </a:xfrm>
          <a:prstGeom prst="line">
            <a:avLst/>
          </a:prstGeom>
          <a:noFill/>
          <a:ln w="17780">
            <a:solidFill>
              <a:srgbClr val="67067C"/>
            </a:solidFill>
            <a:prstDash val="solid"/>
          </a:ln>
        </p:spPr>
      </p:sp>
      <p:sp>
        <p:nvSpPr>
          <p:cNvPr id="22" name="Text 15"/>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197264"/>
            <a:ext cx="6120000" cy="1463409"/>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266242"/>
            <a:ext cx="0" cy="259440"/>
          </a:xfrm>
          <a:prstGeom prst="line">
            <a:avLst/>
          </a:prstGeom>
          <a:noFill/>
          <a:ln w="17780">
            <a:solidFill>
              <a:srgbClr val="67067C"/>
            </a:solidFill>
            <a:prstDash val="solid"/>
          </a:ln>
        </p:spPr>
      </p:sp>
      <p:sp>
        <p:nvSpPr>
          <p:cNvPr id="22" name="Text 15"/>
          <p:cNvSpPr/>
          <p:nvPr/>
        </p:nvSpPr>
        <p:spPr>
          <a:xfrm>
            <a:off x="720000" y="526624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66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5817282"/>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41365"/>
            <a:ext cx="0" cy="259440"/>
          </a:xfrm>
          <a:prstGeom prst="line">
            <a:avLst/>
          </a:prstGeom>
          <a:noFill/>
          <a:ln w="17780">
            <a:solidFill>
              <a:srgbClr val="67067C"/>
            </a:solidFill>
            <a:prstDash val="solid"/>
          </a:ln>
        </p:spPr>
      </p:sp>
      <p:sp>
        <p:nvSpPr>
          <p:cNvPr id="22" name="Text 15"/>
          <p:cNvSpPr/>
          <p:nvPr/>
        </p:nvSpPr>
        <p:spPr>
          <a:xfrm>
            <a:off x="936000" y="744136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259440"/>
          </a:xfrm>
          <a:prstGeom prst="line">
            <a:avLst/>
          </a:prstGeom>
          <a:noFill/>
          <a:ln w="17780">
            <a:solidFill>
              <a:srgbClr val="67067C"/>
            </a:solidFill>
            <a:prstDash val="solid"/>
          </a:ln>
        </p:spPr>
      </p:sp>
      <p:sp>
        <p:nvSpPr>
          <p:cNvPr id="24" name="Text 17"/>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747309"/>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259440"/>
          </a:xfrm>
          <a:prstGeom prst="line">
            <a:avLst/>
          </a:prstGeom>
          <a:noFill/>
          <a:ln w="17780">
            <a:solidFill>
              <a:srgbClr val="67067C"/>
            </a:solidFill>
            <a:prstDash val="solid"/>
          </a:ln>
        </p:spPr>
      </p:sp>
      <p:sp>
        <p:nvSpPr>
          <p:cNvPr id="24" name="Text 17"/>
          <p:cNvSpPr/>
          <p:nvPr/>
        </p:nvSpPr>
        <p:spPr>
          <a:xfrm>
            <a:off x="720000" y="661030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137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161349"/>
            <a:ext cx="6120000" cy="959925"/>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L’inopine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259440"/>
          </a:xfrm>
          <a:prstGeom prst="line">
            <a:avLst/>
          </a:prstGeom>
          <a:noFill/>
          <a:ln w="17780">
            <a:solidFill>
              <a:srgbClr val="67067C"/>
            </a:solidFill>
            <a:prstDash val="solid"/>
          </a:ln>
        </p:spPr>
      </p:sp>
      <p:sp>
        <p:nvSpPr>
          <p:cNvPr id="22" name="Text 15"/>
          <p:cNvSpPr/>
          <p:nvPr/>
        </p:nvSpPr>
        <p:spPr>
          <a:xfrm>
            <a:off x="936000" y="743630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6260"/>
            <a:ext cx="0" cy="259440"/>
          </a:xfrm>
          <a:prstGeom prst="line">
            <a:avLst/>
          </a:prstGeom>
          <a:noFill/>
          <a:ln w="17780">
            <a:solidFill>
              <a:srgbClr val="67067C"/>
            </a:solidFill>
            <a:prstDash val="solid"/>
          </a:ln>
        </p:spPr>
      </p:sp>
      <p:sp>
        <p:nvSpPr>
          <p:cNvPr id="22" name="Text 15"/>
          <p:cNvSpPr/>
          <p:nvPr/>
        </p:nvSpPr>
        <p:spPr>
          <a:xfrm>
            <a:off x="936000" y="5886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28970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437300"/>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259440"/>
          </a:xfrm>
          <a:prstGeom prst="line">
            <a:avLst/>
          </a:prstGeom>
          <a:noFill/>
          <a:ln w="17780">
            <a:solidFill>
              <a:srgbClr val="67067C"/>
            </a:solidFill>
            <a:prstDash val="solid"/>
          </a:ln>
        </p:spPr>
      </p:sp>
      <p:sp>
        <p:nvSpPr>
          <p:cNvPr id="22" name="Text 15"/>
          <p:cNvSpPr/>
          <p:nvPr/>
        </p:nvSpPr>
        <p:spPr>
          <a:xfrm>
            <a:off x="936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36258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11548"/>
            <a:ext cx="0" cy="259440"/>
          </a:xfrm>
          <a:prstGeom prst="line">
            <a:avLst/>
          </a:prstGeom>
          <a:noFill/>
          <a:ln w="17780">
            <a:solidFill>
              <a:srgbClr val="67067C"/>
            </a:solidFill>
            <a:prstDash val="solid"/>
          </a:ln>
        </p:spPr>
      </p:sp>
      <p:sp>
        <p:nvSpPr>
          <p:cNvPr id="22" name="Text 15"/>
          <p:cNvSpPr/>
          <p:nvPr/>
        </p:nvSpPr>
        <p:spPr>
          <a:xfrm>
            <a:off x="720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362589"/>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022736"/>
            <a:ext cx="0" cy="259440"/>
          </a:xfrm>
          <a:prstGeom prst="line">
            <a:avLst/>
          </a:prstGeom>
          <a:noFill/>
          <a:ln w="17780">
            <a:solidFill>
              <a:srgbClr val="67067C"/>
            </a:solidFill>
            <a:prstDash val="solid"/>
          </a:ln>
        </p:spPr>
      </p:sp>
      <p:sp>
        <p:nvSpPr>
          <p:cNvPr id="24" name="Text 17"/>
          <p:cNvSpPr/>
          <p:nvPr/>
        </p:nvSpPr>
        <p:spPr>
          <a:xfrm>
            <a:off x="936000" y="602273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42617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73776"/>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332745"/>
            <a:ext cx="0" cy="259440"/>
          </a:xfrm>
          <a:prstGeom prst="line">
            <a:avLst/>
          </a:prstGeom>
          <a:noFill/>
          <a:ln w="17780">
            <a:solidFill>
              <a:srgbClr val="67067C"/>
            </a:solidFill>
            <a:prstDash val="solid"/>
          </a:ln>
        </p:spPr>
      </p:sp>
      <p:sp>
        <p:nvSpPr>
          <p:cNvPr id="22" name="Text 15"/>
          <p:cNvSpPr/>
          <p:nvPr/>
        </p:nvSpPr>
        <p:spPr>
          <a:xfrm>
            <a:off x="720000" y="633274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67361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688378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96269"/>
            <a:ext cx="0" cy="259440"/>
          </a:xfrm>
          <a:prstGeom prst="line">
            <a:avLst/>
          </a:prstGeom>
          <a:noFill/>
          <a:ln w="17780">
            <a:solidFill>
              <a:srgbClr val="67067C"/>
            </a:solidFill>
            <a:prstDash val="solid"/>
          </a:ln>
        </p:spPr>
      </p:sp>
      <p:sp>
        <p:nvSpPr>
          <p:cNvPr id="22" name="Text 15"/>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674730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Cray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L’inopine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7" name="Text 2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28" name="Text 2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9" name="Text 2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2" name="Text 3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4" name="Text 3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5" name="Text 3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7" name="Text 3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8" name="Text 3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0" name="Text 3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1" name="Text 3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2" name="Text 4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3" name="Text 4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5" name="Text 4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6" name="Text 4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7" name="Text 4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8" name="Text 4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9" name="Text 4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2" name="Text 5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3" name="Text 5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4" name="Text 5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6" name="Text 5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7" name="Text 5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8" name="Text 5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59" name="Text 5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1" name="Text 5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3" name="Text 61"/>
          <p:cNvSpPr/>
          <p:nvPr/>
        </p:nvSpPr>
        <p:spPr>
          <a:xfrm>
            <a:off x="4908000" y="19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64" name="Text 6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5" name="Text 6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6" name="Text 6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9" name="Text 6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0" name="Text 68"/>
          <p:cNvSpPr/>
          <p:nvPr/>
        </p:nvSpPr>
        <p:spPr>
          <a:xfrm>
            <a:off x="490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1" name="Text 6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2" name="Text 7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3" name="Text 7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4" name="Text 7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76" name="Text 7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2026-10-02T18:13:59Z</dcterms:created>
  <dcterms:modified xsi:type="dcterms:W3CDTF">2026-10-02T18:13:59Z</dcterms:modified>
</cp:coreProperties>
</file>