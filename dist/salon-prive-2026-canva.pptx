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171</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28</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Shape 134"/>
          <p:cNvSpPr/>
          <p:nvPr/>
        </p:nvSpPr>
        <p:spPr>
          <a:xfrm>
            <a:off x="3780000" y="5310000"/>
            <a:ext cx="115200" cy="115200"/>
          </a:xfrm>
          <a:prstGeom prst="rect">
            <a:avLst/>
          </a:prstGeom>
          <a:solidFill>
            <a:srgbClr val="FBF8F1"/>
          </a:solidFill>
          <a:ln w="7620">
            <a:solidFill>
              <a:srgbClr val="46606E"/>
            </a:solidFill>
            <a:prstDash val="solid"/>
          </a:ln>
        </p:spPr>
      </p:sp>
      <p:sp>
        <p:nvSpPr>
          <p:cNvPr id="137" name="Text 135"/>
          <p:cNvSpPr/>
          <p:nvPr/>
        </p:nvSpPr>
        <p:spPr>
          <a:xfrm>
            <a:off x="3974400" y="523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38" name="Shape 136"/>
          <p:cNvSpPr/>
          <p:nvPr/>
        </p:nvSpPr>
        <p:spPr>
          <a:xfrm>
            <a:off x="3780000" y="5504400"/>
            <a:ext cx="2952000" cy="0"/>
          </a:xfrm>
          <a:prstGeom prst="line">
            <a:avLst/>
          </a:prstGeom>
          <a:noFill/>
          <a:ln w="11430">
            <a:solidFill>
              <a:srgbClr val="67067C"/>
            </a:solidFill>
            <a:prstDash val="solid"/>
          </a:ln>
        </p:spPr>
      </p:sp>
      <p:sp>
        <p:nvSpPr>
          <p:cNvPr id="139" name="Text 137"/>
          <p:cNvSpPr/>
          <p:nvPr/>
        </p:nvSpPr>
        <p:spPr>
          <a:xfrm>
            <a:off x="3780000" y="555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0" name="Text 138"/>
          <p:cNvSpPr/>
          <p:nvPr/>
        </p:nvSpPr>
        <p:spPr>
          <a:xfrm>
            <a:off x="4086000" y="555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1" name="Text 139"/>
          <p:cNvSpPr/>
          <p:nvPr/>
        </p:nvSpPr>
        <p:spPr>
          <a:xfrm>
            <a:off x="6372000" y="555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42" name="Shape 140"/>
          <p:cNvSpPr/>
          <p:nvPr/>
        </p:nvSpPr>
        <p:spPr>
          <a:xfrm>
            <a:off x="3780000" y="5756400"/>
            <a:ext cx="2952000" cy="0"/>
          </a:xfrm>
          <a:prstGeom prst="line">
            <a:avLst/>
          </a:prstGeom>
          <a:noFill/>
          <a:ln w="3810">
            <a:solidFill>
              <a:srgbClr val="C9CFC9"/>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Shape 153"/>
          <p:cNvSpPr/>
          <p:nvPr/>
        </p:nvSpPr>
        <p:spPr>
          <a:xfrm>
            <a:off x="612000" y="8280000"/>
            <a:ext cx="6120000" cy="0"/>
          </a:xfrm>
          <a:prstGeom prst="line">
            <a:avLst/>
          </a:prstGeom>
          <a:noFill/>
          <a:ln w="10160">
            <a:solidFill>
              <a:srgbClr val="67067C"/>
            </a:solidFill>
            <a:prstDash val="solid"/>
          </a:ln>
        </p:spPr>
      </p:sp>
      <p:sp>
        <p:nvSpPr>
          <p:cNvPr id="156" name="Text 154"/>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57" name="Text 155"/>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58"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59" name="Text 156"/>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0"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1" name="Text 157"/>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2"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3" name="Text 158"/>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4" name="Image 3" descr="/home/user/philippe1/build/deco-salon-prive-2026/label-biobiodyn.png">    </p:cNvPr>
          <p:cNvPicPr>
            <a:picLocks noChangeAspect="1"/>
          </p:cNvPicPr>
          <p:nvPr/>
        </p:nvPicPr>
        <p:blipFill>
          <a:blip r:embed="rId4"/>
          <a:stretch>
            <a:fillRect/>
          </a:stretch>
        </p:blipFill>
        <p:spPr>
          <a:xfrm>
            <a:off x="3396791" y="8559000"/>
            <a:ext cx="108000" cy="108000"/>
          </a:xfrm>
          <a:prstGeom prst="rect">
            <a:avLst/>
          </a:prstGeom>
        </p:spPr>
      </p:pic>
      <p:sp>
        <p:nvSpPr>
          <p:cNvPr id="165" name="Text 159"/>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166" name="Image 4" descr="/home/user/philippe1/build/deco-salon-prive-2026/label-hve.png">    </p:cNvPr>
          <p:cNvPicPr>
            <a:picLocks noChangeAspect="1"/>
          </p:cNvPicPr>
          <p:nvPr/>
        </p:nvPicPr>
        <p:blipFill>
          <a:blip r:embed="rId5"/>
          <a:stretch>
            <a:fillRect/>
          </a:stretch>
        </p:blipFill>
        <p:spPr>
          <a:xfrm>
            <a:off x="4453062" y="8559000"/>
            <a:ext cx="108000" cy="108000"/>
          </a:xfrm>
          <a:prstGeom prst="rect">
            <a:avLst/>
          </a:prstGeom>
        </p:spPr>
      </p:pic>
      <p:sp>
        <p:nvSpPr>
          <p:cNvPr id="167" name="Text 160"/>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68" name="Image 5" descr="/home/user/philippe1/build/deco-salon-prive-2026/label-hve.png">    </p:cNvPr>
          <p:cNvPicPr>
            <a:picLocks noChangeAspect="1"/>
          </p:cNvPicPr>
          <p:nvPr/>
        </p:nvPicPr>
        <p:blipFill>
          <a:blip r:embed="rId6"/>
          <a:stretch>
            <a:fillRect/>
          </a:stretch>
        </p:blipFill>
        <p:spPr>
          <a:xfrm>
            <a:off x="4941130" y="8559000"/>
            <a:ext cx="108000" cy="108000"/>
          </a:xfrm>
          <a:prstGeom prst="rect">
            <a:avLst/>
          </a:prstGeom>
        </p:spPr>
      </p:pic>
      <p:sp>
        <p:nvSpPr>
          <p:cNvPr id="169" name="Text 161"/>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0" name="Image 6" descr="/home/user/philippe1/build/deco-salon-prive-2026/label-raisonnee.png">    </p:cNvPr>
          <p:cNvPicPr>
            <a:picLocks noChangeAspect="1"/>
          </p:cNvPicPr>
          <p:nvPr/>
        </p:nvPicPr>
        <p:blipFill>
          <a:blip r:embed="rId7"/>
          <a:stretch>
            <a:fillRect/>
          </a:stretch>
        </p:blipFill>
        <p:spPr>
          <a:xfrm>
            <a:off x="5507765" y="8559000"/>
            <a:ext cx="108000" cy="108000"/>
          </a:xfrm>
          <a:prstGeom prst="rect">
            <a:avLst/>
          </a:prstGeom>
        </p:spPr>
      </p:pic>
      <p:sp>
        <p:nvSpPr>
          <p:cNvPr id="171" name="Text 162"/>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2" name="Image 7" descr="/home/user/philippe1/build/deco-salon-prive-2026/label-iso.png">    </p:cNvPr>
          <p:cNvPicPr>
            <a:picLocks noChangeAspect="1"/>
          </p:cNvPicPr>
          <p:nvPr/>
        </p:nvPicPr>
        <p:blipFill>
          <a:blip r:embed="rId8"/>
          <a:stretch>
            <a:fillRect/>
          </a:stretch>
        </p:blipFill>
        <p:spPr>
          <a:xfrm>
            <a:off x="6722580" y="8559000"/>
            <a:ext cx="108000" cy="108000"/>
          </a:xfrm>
          <a:prstGeom prst="rect">
            <a:avLst/>
          </a:prstGeom>
        </p:spPr>
      </p:pic>
      <p:sp>
        <p:nvSpPr>
          <p:cNvPr id="173" name="Text 163"/>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4" name="Text 164"/>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5" name="Text 16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6" name="Text 16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735388"/>
            <a:ext cx="615934" cy="2232000"/>
          </a:xfrm>
          <a:prstGeom prst="rect">
            <a:avLst/>
          </a:prstGeom>
        </p:spPr>
      </p:pic>
      <p:sp>
        <p:nvSpPr>
          <p:cNvPr id="18" name="Text 12"/>
          <p:cNvSpPr/>
          <p:nvPr/>
        </p:nvSpPr>
        <p:spPr>
          <a:xfrm>
            <a:off x="2177967" y="163995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782715"/>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Cravant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470857"/>
            <a:ext cx="0" cy="288349"/>
          </a:xfrm>
          <a:prstGeom prst="line">
            <a:avLst/>
          </a:prstGeom>
          <a:noFill/>
          <a:ln w="17780">
            <a:solidFill>
              <a:srgbClr val="67067C"/>
            </a:solidFill>
            <a:prstDash val="solid"/>
          </a:ln>
        </p:spPr>
      </p:sp>
      <p:sp>
        <p:nvSpPr>
          <p:cNvPr id="22" name="Text 15"/>
          <p:cNvSpPr/>
          <p:nvPr/>
        </p:nvSpPr>
        <p:spPr>
          <a:xfrm>
            <a:off x="720000" y="747085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735388"/>
            <a:ext cx="573246" cy="2232000"/>
          </a:xfrm>
          <a:prstGeom prst="rect">
            <a:avLst/>
          </a:prstGeom>
        </p:spPr>
      </p:pic>
      <p:sp>
        <p:nvSpPr>
          <p:cNvPr id="20" name="Text 14"/>
          <p:cNvSpPr/>
          <p:nvPr/>
        </p:nvSpPr>
        <p:spPr>
          <a:xfrm>
            <a:off x="2393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7157276"/>
            <a:ext cx="0" cy="288349"/>
          </a:xfrm>
          <a:prstGeom prst="line">
            <a:avLst/>
          </a:prstGeom>
          <a:noFill/>
          <a:ln w="17780">
            <a:solidFill>
              <a:srgbClr val="67067C"/>
            </a:solidFill>
            <a:prstDash val="solid"/>
          </a:ln>
        </p:spPr>
      </p:sp>
      <p:sp>
        <p:nvSpPr>
          <p:cNvPr id="24" name="Text 17"/>
          <p:cNvSpPr/>
          <p:nvPr/>
        </p:nvSpPr>
        <p:spPr>
          <a:xfrm>
            <a:off x="936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828000" y="8388000"/>
            <a:ext cx="6120000" cy="0"/>
          </a:xfrm>
          <a:prstGeom prst="line">
            <a:avLst/>
          </a:prstGeom>
          <a:noFill/>
          <a:ln w="8890">
            <a:solidFill>
              <a:srgbClr val="46606E"/>
            </a:solidFill>
            <a:prstDash val="solid"/>
          </a:ln>
        </p:spPr>
      </p:sp>
      <p:sp>
        <p:nvSpPr>
          <p:cNvPr id="26"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7"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9"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2705" y="1735388"/>
            <a:ext cx="594590" cy="2232000"/>
          </a:xfrm>
          <a:prstGeom prst="rect">
            <a:avLst/>
          </a:prstGeom>
        </p:spPr>
      </p:pic>
      <p:sp>
        <p:nvSpPr>
          <p:cNvPr id="18" name="Text 12"/>
          <p:cNvSpPr/>
          <p:nvPr/>
        </p:nvSpPr>
        <p:spPr>
          <a:xfrm>
            <a:off x="2178005" y="186216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988265"/>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157276"/>
            <a:ext cx="0" cy="288349"/>
          </a:xfrm>
          <a:prstGeom prst="line">
            <a:avLst/>
          </a:prstGeom>
          <a:noFill/>
          <a:ln w="17780">
            <a:solidFill>
              <a:srgbClr val="67067C"/>
            </a:solidFill>
            <a:prstDash val="solid"/>
          </a:ln>
        </p:spPr>
      </p:sp>
      <p:sp>
        <p:nvSpPr>
          <p:cNvPr id="22" name="Text 15"/>
          <p:cNvSpPr/>
          <p:nvPr/>
        </p:nvSpPr>
        <p:spPr>
          <a:xfrm>
            <a:off x="720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735388"/>
            <a:ext cx="597639" cy="2232000"/>
          </a:xfrm>
          <a:prstGeom prst="rect">
            <a:avLst/>
          </a:prstGeom>
        </p:spPr>
      </p:pic>
      <p:sp>
        <p:nvSpPr>
          <p:cNvPr id="18" name="Text 12"/>
          <p:cNvSpPr/>
          <p:nvPr/>
        </p:nvSpPr>
        <p:spPr>
          <a:xfrm>
            <a:off x="2393965" y="185572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992694"/>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073783"/>
            <a:ext cx="0" cy="288349"/>
          </a:xfrm>
          <a:prstGeom prst="line">
            <a:avLst/>
          </a:prstGeom>
          <a:noFill/>
          <a:ln w="17780">
            <a:solidFill>
              <a:srgbClr val="67067C"/>
            </a:solidFill>
            <a:prstDash val="solid"/>
          </a:ln>
        </p:spPr>
      </p:sp>
      <p:sp>
        <p:nvSpPr>
          <p:cNvPr id="22" name="Text 15"/>
          <p:cNvSpPr/>
          <p:nvPr/>
        </p:nvSpPr>
        <p:spPr>
          <a:xfrm>
            <a:off x="936000" y="707378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735388"/>
            <a:ext cx="603738" cy="2232000"/>
          </a:xfrm>
          <a:prstGeom prst="rect">
            <a:avLst/>
          </a:prstGeom>
        </p:spPr>
      </p:pic>
      <p:sp>
        <p:nvSpPr>
          <p:cNvPr id="18" name="Text 12"/>
          <p:cNvSpPr/>
          <p:nvPr/>
        </p:nvSpPr>
        <p:spPr>
          <a:xfrm>
            <a:off x="2178017" y="186673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985121"/>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L'Eberluant –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64431"/>
            <a:ext cx="0" cy="288349"/>
          </a:xfrm>
          <a:prstGeom prst="line">
            <a:avLst/>
          </a:prstGeom>
          <a:noFill/>
          <a:ln w="17780">
            <a:solidFill>
              <a:srgbClr val="67067C"/>
            </a:solidFill>
            <a:prstDash val="solid"/>
          </a:ln>
        </p:spPr>
      </p:sp>
      <p:sp>
        <p:nvSpPr>
          <p:cNvPr id="22" name="Text 15"/>
          <p:cNvSpPr/>
          <p:nvPr/>
        </p:nvSpPr>
        <p:spPr>
          <a:xfrm>
            <a:off x="720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644380"/>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735388"/>
            <a:ext cx="612885" cy="2232000"/>
          </a:xfrm>
          <a:prstGeom prst="rect">
            <a:avLst/>
          </a:prstGeom>
        </p:spPr>
      </p:pic>
      <p:sp>
        <p:nvSpPr>
          <p:cNvPr id="20" name="Text 14"/>
          <p:cNvSpPr/>
          <p:nvPr/>
        </p:nvSpPr>
        <p:spPr>
          <a:xfrm>
            <a:off x="2393960" y="187157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981788"/>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Beltins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Text 16"/>
          <p:cNvSpPr/>
          <p:nvPr/>
        </p:nvSpPr>
        <p:spPr>
          <a:xfrm>
            <a:off x="828000" y="56262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5773884"/>
            <a:ext cx="6120000" cy="1152745"/>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495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95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927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927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870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870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17353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Vignes de Tréleau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4"/>
          <p:cNvSpPr/>
          <p:nvPr/>
        </p:nvSpPr>
        <p:spPr>
          <a:xfrm>
            <a:off x="612000" y="4428810"/>
            <a:ext cx="0" cy="288349"/>
          </a:xfrm>
          <a:prstGeom prst="line">
            <a:avLst/>
          </a:prstGeom>
          <a:noFill/>
          <a:ln w="17780">
            <a:solidFill>
              <a:srgbClr val="67067C"/>
            </a:solidFill>
            <a:prstDash val="solid"/>
          </a:ln>
        </p:spPr>
      </p:sp>
      <p:sp>
        <p:nvSpPr>
          <p:cNvPr id="20" name="Text 15"/>
          <p:cNvSpPr/>
          <p:nvPr/>
        </p:nvSpPr>
        <p:spPr>
          <a:xfrm>
            <a:off x="720000" y="44288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6"/>
          <p:cNvSpPr/>
          <p:nvPr/>
        </p:nvSpPr>
        <p:spPr>
          <a:xfrm>
            <a:off x="612000" y="48611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2" descr="/home/user/philippe1/build/deco-salon-prive-2026/sol-loire.png">    </p:cNvPr>
          <p:cNvPicPr>
            <a:picLocks noChangeAspect="1"/>
          </p:cNvPicPr>
          <p:nvPr/>
        </p:nvPicPr>
        <p:blipFill>
          <a:blip r:embed="rId3"/>
          <a:stretch>
            <a:fillRect/>
          </a:stretch>
        </p:blipFill>
        <p:spPr>
          <a:xfrm>
            <a:off x="612000" y="5008759"/>
            <a:ext cx="6120000" cy="1611821"/>
          </a:xfrm>
          <a:prstGeom prst="rect">
            <a:avLst/>
          </a:prstGeom>
        </p:spPr>
      </p:pic>
      <p:sp>
        <p:nvSpPr>
          <p:cNvPr id="23"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4" name="Shape 18"/>
          <p:cNvSpPr/>
          <p:nvPr/>
        </p:nvSpPr>
        <p:spPr>
          <a:xfrm>
            <a:off x="612000" y="8388000"/>
            <a:ext cx="6120000" cy="0"/>
          </a:xfrm>
          <a:prstGeom prst="line">
            <a:avLst/>
          </a:prstGeom>
          <a:noFill/>
          <a:ln w="8890">
            <a:solidFill>
              <a:srgbClr val="46606E"/>
            </a:solidFill>
            <a:prstDash val="solid"/>
          </a:ln>
        </p:spPr>
      </p:sp>
      <p:sp>
        <p:nvSpPr>
          <p:cNvPr id="25"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8"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12</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056066" y="1735388"/>
            <a:ext cx="487869" cy="2232000"/>
          </a:xfrm>
          <a:prstGeom prst="rect">
            <a:avLst/>
          </a:prstGeom>
        </p:spPr>
      </p:pic>
      <p:sp>
        <p:nvSpPr>
          <p:cNvPr id="18" name="Text 12"/>
          <p:cNvSpPr/>
          <p:nvPr/>
        </p:nvSpPr>
        <p:spPr>
          <a:xfrm>
            <a:off x="2177956" y="1730081"/>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232000" y="1841694"/>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218593"/>
            <a:ext cx="0" cy="288349"/>
          </a:xfrm>
          <a:prstGeom prst="line">
            <a:avLst/>
          </a:prstGeom>
          <a:noFill/>
          <a:ln w="17780">
            <a:solidFill>
              <a:srgbClr val="67067C"/>
            </a:solidFill>
            <a:prstDash val="solid"/>
          </a:ln>
        </p:spPr>
      </p:sp>
      <p:sp>
        <p:nvSpPr>
          <p:cNvPr id="22" name="Text 15"/>
          <p:cNvSpPr/>
          <p:nvPr/>
        </p:nvSpPr>
        <p:spPr>
          <a:xfrm>
            <a:off x="720000" y="7218593"/>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19</a:t>
            </a:r>
            <a:endParaRPr lang="en-US" sz="86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14</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195571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95571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66582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66582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30499"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30499"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007279" y="1735388"/>
            <a:ext cx="585443" cy="2232000"/>
          </a:xfrm>
          <a:prstGeom prst="rect">
            <a:avLst/>
          </a:prstGeom>
        </p:spPr>
      </p:pic>
      <p:sp>
        <p:nvSpPr>
          <p:cNvPr id="20" name="Text 14"/>
          <p:cNvSpPr/>
          <p:nvPr/>
        </p:nvSpPr>
        <p:spPr>
          <a:xfrm>
            <a:off x="2178024" y="1725998"/>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21" name="Text 15"/>
          <p:cNvSpPr/>
          <p:nvPr/>
        </p:nvSpPr>
        <p:spPr>
          <a:xfrm>
            <a:off x="2232000" y="1844504"/>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627745"/>
            <a:ext cx="0" cy="288349"/>
          </a:xfrm>
          <a:prstGeom prst="line">
            <a:avLst/>
          </a:prstGeom>
          <a:noFill/>
          <a:ln w="17780">
            <a:solidFill>
              <a:srgbClr val="67067C"/>
            </a:solidFill>
            <a:prstDash val="solid"/>
          </a:ln>
        </p:spPr>
      </p:sp>
      <p:sp>
        <p:nvSpPr>
          <p:cNvPr id="24" name="Text 17"/>
          <p:cNvSpPr/>
          <p:nvPr/>
        </p:nvSpPr>
        <p:spPr>
          <a:xfrm>
            <a:off x="720000" y="662774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60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612000" y="7207695"/>
            <a:ext cx="6120000" cy="906347"/>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435348"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45459" y="1425788"/>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45459"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576848"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76848"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235475" y="1735388"/>
            <a:ext cx="561049" cy="2232000"/>
          </a:xfrm>
          <a:prstGeom prst="rect">
            <a:avLst/>
          </a:prstGeom>
        </p:spPr>
      </p:pic>
      <p:sp>
        <p:nvSpPr>
          <p:cNvPr id="20" name="Text 14"/>
          <p:cNvSpPr/>
          <p:nvPr/>
        </p:nvSpPr>
        <p:spPr>
          <a:xfrm>
            <a:off x="2394034" y="200608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448000" y="2126692"/>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Pouilly-Vinzelles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Aux Allots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Givry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297770"/>
            <a:ext cx="0" cy="288349"/>
          </a:xfrm>
          <a:prstGeom prst="line">
            <a:avLst/>
          </a:prstGeom>
          <a:noFill/>
          <a:ln w="17780">
            <a:solidFill>
              <a:srgbClr val="67067C"/>
            </a:solidFill>
            <a:prstDash val="solid"/>
          </a:ln>
        </p:spPr>
      </p:sp>
      <p:sp>
        <p:nvSpPr>
          <p:cNvPr id="24" name="Text 17"/>
          <p:cNvSpPr/>
          <p:nvPr/>
        </p:nvSpPr>
        <p:spPr>
          <a:xfrm>
            <a:off x="936000" y="729777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17 · Domaine Les Guignottes, stand 26 p. 18</a:t>
            </a:r>
            <a:endParaRPr lang="en-US" sz="740" dirty="0"/>
          </a:p>
        </p:txBody>
      </p:sp>
      <p:sp>
        <p:nvSpPr>
          <p:cNvPr id="26" name="Shape 19"/>
          <p:cNvSpPr/>
          <p:nvPr/>
        </p:nvSpPr>
        <p:spPr>
          <a:xfrm>
            <a:off x="828000" y="8388000"/>
            <a:ext cx="6120000" cy="0"/>
          </a:xfrm>
          <a:prstGeom prst="line">
            <a:avLst/>
          </a:prstGeom>
          <a:noFill/>
          <a:ln w="8890">
            <a:solidFill>
              <a:srgbClr val="46606E"/>
            </a:solidFill>
            <a:prstDash val="solid"/>
          </a:ln>
        </p:spPr>
      </p:sp>
      <p:sp>
        <p:nvSpPr>
          <p:cNvPr id="27"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612000" y="1735388"/>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000831" y="1735388"/>
            <a:ext cx="598337" cy="2232000"/>
          </a:xfrm>
          <a:prstGeom prst="rect">
            <a:avLst/>
          </a:prstGeom>
        </p:spPr>
      </p:pic>
      <p:sp>
        <p:nvSpPr>
          <p:cNvPr id="15" name="Text 10"/>
          <p:cNvSpPr/>
          <p:nvPr/>
        </p:nvSpPr>
        <p:spPr>
          <a:xfrm>
            <a:off x="2177990" y="177181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886077"/>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704142"/>
            <a:ext cx="0" cy="288349"/>
          </a:xfrm>
          <a:prstGeom prst="line">
            <a:avLst/>
          </a:prstGeom>
          <a:noFill/>
          <a:ln w="17780">
            <a:solidFill>
              <a:srgbClr val="67067C"/>
            </a:solidFill>
            <a:prstDash val="solid"/>
          </a:ln>
        </p:spPr>
      </p:sp>
      <p:sp>
        <p:nvSpPr>
          <p:cNvPr id="19" name="Text 13"/>
          <p:cNvSpPr/>
          <p:nvPr/>
        </p:nvSpPr>
        <p:spPr>
          <a:xfrm>
            <a:off x="720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612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284091"/>
            <a:ext cx="6120000" cy="1372326"/>
          </a:xfrm>
          <a:prstGeom prst="rect">
            <a:avLst/>
          </a:prstGeom>
        </p:spPr>
      </p:pic>
      <p:sp>
        <p:nvSpPr>
          <p:cNvPr id="22"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16 · Domaine Les Guignottes, stand 26 p. 18</a:t>
            </a:r>
            <a:endParaRPr lang="en-US" sz="74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828000" y="1735388"/>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230902" y="1735388"/>
            <a:ext cx="570197" cy="2232000"/>
          </a:xfrm>
          <a:prstGeom prst="rect">
            <a:avLst/>
          </a:prstGeom>
        </p:spPr>
      </p:pic>
      <p:sp>
        <p:nvSpPr>
          <p:cNvPr id="15" name="Text 10"/>
          <p:cNvSpPr/>
          <p:nvPr/>
        </p:nvSpPr>
        <p:spPr>
          <a:xfrm>
            <a:off x="2393990" y="165279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67053"/>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704142"/>
            <a:ext cx="0" cy="288349"/>
          </a:xfrm>
          <a:prstGeom prst="line">
            <a:avLst/>
          </a:prstGeom>
          <a:noFill/>
          <a:ln w="17780">
            <a:solidFill>
              <a:srgbClr val="67067C"/>
            </a:solidFill>
            <a:prstDash val="solid"/>
          </a:ln>
        </p:spPr>
      </p:sp>
      <p:sp>
        <p:nvSpPr>
          <p:cNvPr id="19" name="Text 13"/>
          <p:cNvSpPr/>
          <p:nvPr/>
        </p:nvSpPr>
        <p:spPr>
          <a:xfrm>
            <a:off x="936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828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284091"/>
            <a:ext cx="6120000" cy="1372326"/>
          </a:xfrm>
          <a:prstGeom prst="rect">
            <a:avLst/>
          </a:prstGeom>
        </p:spPr>
      </p:pic>
      <p:sp>
        <p:nvSpPr>
          <p:cNvPr id="22"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16 · Château du Cray, stand 26 p. 17</a:t>
            </a:r>
            <a:endParaRPr lang="en-US" sz="74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024049" y="1735388"/>
            <a:ext cx="551902" cy="2232000"/>
          </a:xfrm>
          <a:prstGeom prst="rect">
            <a:avLst/>
          </a:prstGeom>
        </p:spPr>
      </p:pic>
      <p:sp>
        <p:nvSpPr>
          <p:cNvPr id="18" name="Text 12"/>
          <p:cNvSpPr/>
          <p:nvPr/>
        </p:nvSpPr>
        <p:spPr>
          <a:xfrm>
            <a:off x="2178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Bourgogne Passe-Tout-Grain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Bulles du Puits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171885"/>
            <a:ext cx="0" cy="288349"/>
          </a:xfrm>
          <a:prstGeom prst="line">
            <a:avLst/>
          </a:prstGeom>
          <a:noFill/>
          <a:ln w="17780">
            <a:solidFill>
              <a:srgbClr val="67067C"/>
            </a:solidFill>
            <a:prstDash val="solid"/>
          </a:ln>
        </p:spPr>
      </p:sp>
      <p:sp>
        <p:nvSpPr>
          <p:cNvPr id="22" name="Text 15"/>
          <p:cNvSpPr/>
          <p:nvPr/>
        </p:nvSpPr>
        <p:spPr>
          <a:xfrm>
            <a:off x="720000" y="61718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612000" y="66042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612000" y="6751834"/>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20</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011852" y="1735388"/>
            <a:ext cx="576295" cy="2232000"/>
          </a:xfrm>
          <a:prstGeom prst="rect">
            <a:avLst/>
          </a:prstGeom>
        </p:spPr>
      </p:pic>
      <p:sp>
        <p:nvSpPr>
          <p:cNvPr id="18" name="Text 12"/>
          <p:cNvSpPr/>
          <p:nvPr/>
        </p:nvSpPr>
        <p:spPr>
          <a:xfrm>
            <a:off x="2178049" y="156832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232000" y="1595917"/>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2499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Couchant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123813"/>
            <a:ext cx="0" cy="288349"/>
          </a:xfrm>
          <a:prstGeom prst="line">
            <a:avLst/>
          </a:prstGeom>
          <a:noFill/>
          <a:ln w="17780">
            <a:solidFill>
              <a:srgbClr val="67067C"/>
            </a:solidFill>
            <a:prstDash val="solid"/>
          </a:ln>
        </p:spPr>
      </p:sp>
      <p:sp>
        <p:nvSpPr>
          <p:cNvPr id="22" name="Text 15"/>
          <p:cNvSpPr/>
          <p:nvPr/>
        </p:nvSpPr>
        <p:spPr>
          <a:xfrm>
            <a:off x="720000" y="61238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556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703762"/>
            <a:ext cx="6120000" cy="881939"/>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22 · Domaine du Moulin Blanc, stand 7 p. 23 · Domaine de la Pousterle, stand 7 p. 24</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217180" y="1735388"/>
            <a:ext cx="597639" cy="2232000"/>
          </a:xfrm>
          <a:prstGeom prst="rect">
            <a:avLst/>
          </a:prstGeom>
        </p:spPr>
      </p:pic>
      <p:sp>
        <p:nvSpPr>
          <p:cNvPr id="18" name="Text 12"/>
          <p:cNvSpPr/>
          <p:nvPr/>
        </p:nvSpPr>
        <p:spPr>
          <a:xfrm>
            <a:off x="2394017" y="155268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448000" y="1636007"/>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461193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Premières Fleurs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547080"/>
            <a:ext cx="0" cy="288349"/>
          </a:xfrm>
          <a:prstGeom prst="line">
            <a:avLst/>
          </a:prstGeom>
          <a:noFill/>
          <a:ln w="17780">
            <a:solidFill>
              <a:srgbClr val="67067C"/>
            </a:solidFill>
            <a:prstDash val="solid"/>
          </a:ln>
        </p:spPr>
      </p:sp>
      <p:sp>
        <p:nvSpPr>
          <p:cNvPr id="22" name="Text 15"/>
          <p:cNvSpPr/>
          <p:nvPr/>
        </p:nvSpPr>
        <p:spPr>
          <a:xfrm>
            <a:off x="936000" y="654708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21 · Domaine du Moulin Blanc, stand 7 p. 23 · Domaine de la Pousterle, stand 7 p. 24</a:t>
            </a:r>
            <a:endParaRPr lang="en-US" sz="740" dirty="0"/>
          </a:p>
        </p:txBody>
      </p:sp>
      <p:sp>
        <p:nvSpPr>
          <p:cNvPr id="24" name="Shape 17"/>
          <p:cNvSpPr/>
          <p:nvPr/>
        </p:nvSpPr>
        <p:spPr>
          <a:xfrm>
            <a:off x="828000" y="8388000"/>
            <a:ext cx="6120000" cy="0"/>
          </a:xfrm>
          <a:prstGeom prst="line">
            <a:avLst/>
          </a:prstGeom>
          <a:noFill/>
          <a:ln w="8890">
            <a:solidFill>
              <a:srgbClr val="46606E"/>
            </a:solidFill>
            <a:prstDash val="solid"/>
          </a:ln>
        </p:spPr>
      </p:sp>
      <p:sp>
        <p:nvSpPr>
          <p:cNvPr id="25"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Doux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recadré au-dessus du verre — Domaine du Moulin Blanc">    </p:cNvPr>
          <p:cNvPicPr>
            <a:picLocks noChangeAspect="1"/>
          </p:cNvPicPr>
          <p:nvPr/>
        </p:nvPicPr>
        <p:blipFill>
          <a:blip r:embed="rId3"/>
          <a:stretch>
            <a:fillRect/>
          </a:stretch>
        </p:blipFill>
        <p:spPr>
          <a:xfrm>
            <a:off x="612000" y="1735388"/>
            <a:ext cx="1440000" cy="1440000"/>
          </a:xfrm>
          <a:prstGeom prst="rect">
            <a:avLst/>
          </a:prstGeom>
        </p:spPr>
      </p:pic>
      <p:sp>
        <p:nvSpPr>
          <p:cNvPr id="17" name="Shape 12"/>
          <p:cNvSpPr/>
          <p:nvPr/>
        </p:nvSpPr>
        <p:spPr>
          <a:xfrm>
            <a:off x="5868000" y="1735388"/>
            <a:ext cx="864000" cy="2232000"/>
          </a:xfrm>
          <a:prstGeom prst="roundRect">
            <a:avLst>
              <a:gd name="adj" fmla="val 2117"/>
            </a:avLst>
          </a:prstGeom>
          <a:solidFill>
            <a:srgbClr val="F2EADA"/>
          </a:solidFill>
          <a:ln w="12700">
            <a:solidFill>
              <a:srgbClr val="46606E"/>
            </a:solidFill>
            <a:prstDash val="dash"/>
          </a:ln>
        </p:spPr>
      </p:sp>
      <p:sp>
        <p:nvSpPr>
          <p:cNvPr id="18" name="Text 13"/>
          <p:cNvSpPr/>
          <p:nvPr/>
        </p:nvSpPr>
        <p:spPr>
          <a:xfrm>
            <a:off x="5868000" y="1735388"/>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4"/>
          <p:cNvSpPr/>
          <p:nvPr/>
        </p:nvSpPr>
        <p:spPr>
          <a:xfrm>
            <a:off x="2177970" y="1696217"/>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20" name="Text 15"/>
          <p:cNvSpPr/>
          <p:nvPr/>
        </p:nvSpPr>
        <p:spPr>
          <a:xfrm>
            <a:off x="2232000" y="1776013"/>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6"/>
          <p:cNvSpPr/>
          <p:nvPr/>
        </p:nvSpPr>
        <p:spPr>
          <a:xfrm>
            <a:off x="612000" y="4765459"/>
            <a:ext cx="0" cy="288349"/>
          </a:xfrm>
          <a:prstGeom prst="line">
            <a:avLst/>
          </a:prstGeom>
          <a:noFill/>
          <a:ln w="17780">
            <a:solidFill>
              <a:srgbClr val="67067C"/>
            </a:solidFill>
            <a:prstDash val="solid"/>
          </a:ln>
        </p:spPr>
      </p:sp>
      <p:sp>
        <p:nvSpPr>
          <p:cNvPr id="23" name="Text 17"/>
          <p:cNvSpPr/>
          <p:nvPr/>
        </p:nvSpPr>
        <p:spPr>
          <a:xfrm>
            <a:off x="720000" y="476545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4" name="Text 18"/>
          <p:cNvSpPr/>
          <p:nvPr/>
        </p:nvSpPr>
        <p:spPr>
          <a:xfrm>
            <a:off x="612000" y="519780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5" name="Image 3" descr="/home/user/philippe1/build/deco-salon-prive-2026/sol-rhone.png">    </p:cNvPr>
          <p:cNvPicPr>
            <a:picLocks noChangeAspect="1"/>
          </p:cNvPicPr>
          <p:nvPr/>
        </p:nvPicPr>
        <p:blipFill>
          <a:blip r:embed="rId4"/>
          <a:stretch>
            <a:fillRect/>
          </a:stretch>
        </p:blipFill>
        <p:spPr>
          <a:xfrm>
            <a:off x="612000" y="5345408"/>
            <a:ext cx="6120000" cy="1335536"/>
          </a:xfrm>
          <a:prstGeom prst="rect">
            <a:avLst/>
          </a:prstGeom>
        </p:spPr>
      </p:pic>
      <p:sp>
        <p:nvSpPr>
          <p:cNvPr id="26" name="Text 19"/>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21 · Domaine de Coyeux, stand 7 p. 22 · Domaine de la Pousterle, stand 7 p. 24</a:t>
            </a:r>
            <a:endParaRPr lang="en-US" sz="740" dirty="0"/>
          </a:p>
        </p:txBody>
      </p:sp>
      <p:sp>
        <p:nvSpPr>
          <p:cNvPr id="27" name="Shape 20"/>
          <p:cNvSpPr/>
          <p:nvPr/>
        </p:nvSpPr>
        <p:spPr>
          <a:xfrm>
            <a:off x="612000" y="8388000"/>
            <a:ext cx="6120000" cy="0"/>
          </a:xfrm>
          <a:prstGeom prst="line">
            <a:avLst/>
          </a:prstGeom>
          <a:noFill/>
          <a:ln w="8890">
            <a:solidFill>
              <a:srgbClr val="46606E"/>
            </a:solidFill>
            <a:prstDash val="solid"/>
          </a:ln>
        </p:spPr>
      </p:sp>
      <p:sp>
        <p:nvSpPr>
          <p:cNvPr id="28" name="Text 21"/>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30"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1"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223279" y="1735388"/>
            <a:ext cx="585443" cy="2232000"/>
          </a:xfrm>
          <a:prstGeom prst="rect">
            <a:avLst/>
          </a:prstGeom>
        </p:spPr>
      </p:pic>
      <p:sp>
        <p:nvSpPr>
          <p:cNvPr id="18" name="Text 12"/>
          <p:cNvSpPr/>
          <p:nvPr/>
        </p:nvSpPr>
        <p:spPr>
          <a:xfrm>
            <a:off x="2393990" y="166644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448000" y="1748549"/>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Chardonnay-Viognier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679710"/>
            <a:ext cx="0" cy="288349"/>
          </a:xfrm>
          <a:prstGeom prst="line">
            <a:avLst/>
          </a:prstGeom>
          <a:noFill/>
          <a:ln w="17780">
            <a:solidFill>
              <a:srgbClr val="67067C"/>
            </a:solidFill>
            <a:prstDash val="solid"/>
          </a:ln>
        </p:spPr>
      </p:sp>
      <p:sp>
        <p:nvSpPr>
          <p:cNvPr id="22" name="Text 15"/>
          <p:cNvSpPr/>
          <p:nvPr/>
        </p:nvSpPr>
        <p:spPr>
          <a:xfrm>
            <a:off x="936000" y="56797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120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59659"/>
            <a:ext cx="6120000" cy="1148400"/>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21 · Domaine de Coyeux, stand 7 p. 22 · Domaine du Moulin Blanc, stand 7 p. 23</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5983083" y="1735388"/>
            <a:ext cx="633834" cy="2232000"/>
          </a:xfrm>
          <a:prstGeom prst="rect">
            <a:avLst/>
          </a:prstGeom>
        </p:spPr>
      </p:pic>
      <p:sp>
        <p:nvSpPr>
          <p:cNvPr id="18" name="Text 12"/>
          <p:cNvSpPr/>
          <p:nvPr/>
        </p:nvSpPr>
        <p:spPr>
          <a:xfrm>
            <a:off x="2177985" y="170757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232000" y="1813821"/>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Mondeuse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1220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alon-prive-2026/sol-rhone.png">    </p:cNvPr>
          <p:cNvPicPr>
            <a:picLocks noChangeAspect="1"/>
          </p:cNvPicPr>
          <p:nvPr/>
        </p:nvPicPr>
        <p:blipFill>
          <a:blip r:embed="rId5"/>
          <a:stretch>
            <a:fillRect/>
          </a:stretch>
        </p:blipFill>
        <p:spPr>
          <a:xfrm>
            <a:off x="612000" y="6269631"/>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7353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4312277"/>
            <a:ext cx="0" cy="288349"/>
          </a:xfrm>
          <a:prstGeom prst="line">
            <a:avLst/>
          </a:prstGeom>
          <a:noFill/>
          <a:ln w="17780">
            <a:solidFill>
              <a:srgbClr val="67067C"/>
            </a:solidFill>
            <a:prstDash val="solid"/>
          </a:ln>
        </p:spPr>
      </p:sp>
      <p:sp>
        <p:nvSpPr>
          <p:cNvPr id="18" name="Text 13"/>
          <p:cNvSpPr/>
          <p:nvPr/>
        </p:nvSpPr>
        <p:spPr>
          <a:xfrm>
            <a:off x="936000" y="431227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9" name="Text 14"/>
          <p:cNvSpPr/>
          <p:nvPr/>
        </p:nvSpPr>
        <p:spPr>
          <a:xfrm>
            <a:off x="828000" y="474462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0" name="Image 2" descr="/home/user/philippe1/build/deco-salon-prive-2026/sol-rhone.png">    </p:cNvPr>
          <p:cNvPicPr>
            <a:picLocks noChangeAspect="1"/>
          </p:cNvPicPr>
          <p:nvPr/>
        </p:nvPicPr>
        <p:blipFill>
          <a:blip r:embed="rId3"/>
          <a:stretch>
            <a:fillRect/>
          </a:stretch>
        </p:blipFill>
        <p:spPr>
          <a:xfrm>
            <a:off x="828000" y="4892227"/>
            <a:ext cx="6120000" cy="1924449"/>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27</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2066" y="1735388"/>
            <a:ext cx="487869" cy="2232000"/>
          </a:xfrm>
          <a:prstGeom prst="rect">
            <a:avLst/>
          </a:prstGeom>
        </p:spPr>
      </p:pic>
      <p:sp>
        <p:nvSpPr>
          <p:cNvPr id="20" name="Text 14"/>
          <p:cNvSpPr/>
          <p:nvPr/>
        </p:nvSpPr>
        <p:spPr>
          <a:xfrm>
            <a:off x="2393975" y="1849151"/>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997218"/>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833872"/>
            <a:ext cx="0" cy="288349"/>
          </a:xfrm>
          <a:prstGeom prst="line">
            <a:avLst/>
          </a:prstGeom>
          <a:noFill/>
          <a:ln w="17780">
            <a:solidFill>
              <a:srgbClr val="67067C"/>
            </a:solidFill>
            <a:prstDash val="solid"/>
          </a:ln>
        </p:spPr>
      </p:sp>
      <p:sp>
        <p:nvSpPr>
          <p:cNvPr id="24" name="Text 17"/>
          <p:cNvSpPr/>
          <p:nvPr/>
        </p:nvSpPr>
        <p:spPr>
          <a:xfrm>
            <a:off x="936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7413821"/>
            <a:ext cx="6120000" cy="700220"/>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735388"/>
            <a:ext cx="542754" cy="2232000"/>
          </a:xfrm>
          <a:prstGeom prst="rect">
            <a:avLst/>
          </a:prstGeom>
        </p:spPr>
      </p:pic>
      <p:sp>
        <p:nvSpPr>
          <p:cNvPr id="20" name="Text 14"/>
          <p:cNvSpPr/>
          <p:nvPr/>
        </p:nvSpPr>
        <p:spPr>
          <a:xfrm>
            <a:off x="2177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7311164"/>
            <a:ext cx="0" cy="288349"/>
          </a:xfrm>
          <a:prstGeom prst="line">
            <a:avLst/>
          </a:prstGeom>
          <a:noFill/>
          <a:ln w="17780">
            <a:solidFill>
              <a:srgbClr val="67067C"/>
            </a:solidFill>
            <a:prstDash val="solid"/>
          </a:ln>
        </p:spPr>
      </p:sp>
      <p:sp>
        <p:nvSpPr>
          <p:cNvPr id="24" name="Text 17"/>
          <p:cNvSpPr/>
          <p:nvPr/>
        </p:nvSpPr>
        <p:spPr>
          <a:xfrm>
            <a:off x="720000" y="73111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735388"/>
            <a:ext cx="542754" cy="2232000"/>
          </a:xfrm>
          <a:prstGeom prst="rect">
            <a:avLst/>
          </a:prstGeom>
        </p:spPr>
      </p:pic>
      <p:sp>
        <p:nvSpPr>
          <p:cNvPr id="18" name="Text 12"/>
          <p:cNvSpPr/>
          <p:nvPr/>
        </p:nvSpPr>
        <p:spPr>
          <a:xfrm>
            <a:off x="2177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157276"/>
            <a:ext cx="0" cy="288349"/>
          </a:xfrm>
          <a:prstGeom prst="line">
            <a:avLst/>
          </a:prstGeom>
          <a:noFill/>
          <a:ln w="17780">
            <a:solidFill>
              <a:srgbClr val="67067C"/>
            </a:solidFill>
            <a:prstDash val="solid"/>
          </a:ln>
        </p:spPr>
      </p:sp>
      <p:sp>
        <p:nvSpPr>
          <p:cNvPr id="22" name="Text 15"/>
          <p:cNvSpPr/>
          <p:nvPr/>
        </p:nvSpPr>
        <p:spPr>
          <a:xfrm>
            <a:off x="720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735388"/>
            <a:ext cx="554951" cy="2232000"/>
          </a:xfrm>
          <a:prstGeom prst="rect">
            <a:avLst/>
          </a:prstGeom>
        </p:spPr>
      </p:pic>
      <p:sp>
        <p:nvSpPr>
          <p:cNvPr id="18" name="Text 12"/>
          <p:cNvSpPr/>
          <p:nvPr/>
        </p:nvSpPr>
        <p:spPr>
          <a:xfrm>
            <a:off x="2394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618393"/>
            <a:ext cx="0" cy="288349"/>
          </a:xfrm>
          <a:prstGeom prst="line">
            <a:avLst/>
          </a:prstGeom>
          <a:noFill/>
          <a:ln w="17780">
            <a:solidFill>
              <a:srgbClr val="67067C"/>
            </a:solidFill>
            <a:prstDash val="solid"/>
          </a:ln>
        </p:spPr>
      </p:sp>
      <p:sp>
        <p:nvSpPr>
          <p:cNvPr id="22" name="Text 15"/>
          <p:cNvSpPr/>
          <p:nvPr/>
        </p:nvSpPr>
        <p:spPr>
          <a:xfrm>
            <a:off x="936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6198342"/>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735388"/>
            <a:ext cx="539705" cy="2232000"/>
          </a:xfrm>
          <a:prstGeom prst="rect">
            <a:avLst/>
          </a:prstGeom>
        </p:spPr>
      </p:pic>
      <p:sp>
        <p:nvSpPr>
          <p:cNvPr id="18" name="Text 12"/>
          <p:cNvSpPr/>
          <p:nvPr/>
        </p:nvSpPr>
        <p:spPr>
          <a:xfrm>
            <a:off x="2177976" y="1854896"/>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993265"/>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Cru Bourgeois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64431"/>
            <a:ext cx="0" cy="288349"/>
          </a:xfrm>
          <a:prstGeom prst="line">
            <a:avLst/>
          </a:prstGeom>
          <a:noFill/>
          <a:ln w="17780">
            <a:solidFill>
              <a:srgbClr val="67067C"/>
            </a:solidFill>
            <a:prstDash val="solid"/>
          </a:ln>
        </p:spPr>
      </p:sp>
      <p:sp>
        <p:nvSpPr>
          <p:cNvPr id="22" name="Text 15"/>
          <p:cNvSpPr/>
          <p:nvPr/>
        </p:nvSpPr>
        <p:spPr>
          <a:xfrm>
            <a:off x="720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644380"/>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735388"/>
            <a:ext cx="545803" cy="2232000"/>
          </a:xfrm>
          <a:prstGeom prst="rect">
            <a:avLst/>
          </a:prstGeom>
        </p:spPr>
      </p:pic>
      <p:sp>
        <p:nvSpPr>
          <p:cNvPr id="18" name="Text 12"/>
          <p:cNvSpPr/>
          <p:nvPr/>
        </p:nvSpPr>
        <p:spPr>
          <a:xfrm>
            <a:off x="2394014" y="171769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850219"/>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Lafargue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618393"/>
            <a:ext cx="0" cy="288349"/>
          </a:xfrm>
          <a:prstGeom prst="line">
            <a:avLst/>
          </a:prstGeom>
          <a:noFill/>
          <a:ln w="17780">
            <a:solidFill>
              <a:srgbClr val="67067C"/>
            </a:solidFill>
            <a:prstDash val="solid"/>
          </a:ln>
        </p:spPr>
      </p:sp>
      <p:sp>
        <p:nvSpPr>
          <p:cNvPr id="22" name="Text 15"/>
          <p:cNvSpPr/>
          <p:nvPr/>
        </p:nvSpPr>
        <p:spPr>
          <a:xfrm>
            <a:off x="936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6198342"/>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735388"/>
            <a:ext cx="497016" cy="2232000"/>
          </a:xfrm>
          <a:prstGeom prst="rect">
            <a:avLst/>
          </a:prstGeom>
        </p:spPr>
      </p:pic>
      <p:sp>
        <p:nvSpPr>
          <p:cNvPr id="18" name="Text 12"/>
          <p:cNvSpPr/>
          <p:nvPr/>
        </p:nvSpPr>
        <p:spPr>
          <a:xfrm>
            <a:off x="2393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603314"/>
            <a:ext cx="0" cy="288349"/>
          </a:xfrm>
          <a:prstGeom prst="line">
            <a:avLst/>
          </a:prstGeom>
          <a:noFill/>
          <a:ln w="17780">
            <a:solidFill>
              <a:srgbClr val="67067C"/>
            </a:solidFill>
            <a:prstDash val="solid"/>
          </a:ln>
        </p:spPr>
      </p:sp>
      <p:sp>
        <p:nvSpPr>
          <p:cNvPr id="22" name="Text 15"/>
          <p:cNvSpPr/>
          <p:nvPr/>
        </p:nvSpPr>
        <p:spPr>
          <a:xfrm>
            <a:off x="936000" y="76033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40</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735388"/>
            <a:ext cx="585443" cy="2232000"/>
          </a:xfrm>
          <a:prstGeom prst="rect">
            <a:avLst/>
          </a:prstGeom>
        </p:spPr>
      </p:pic>
      <p:sp>
        <p:nvSpPr>
          <p:cNvPr id="18" name="Text 12"/>
          <p:cNvSpPr/>
          <p:nvPr/>
        </p:nvSpPr>
        <p:spPr>
          <a:xfrm>
            <a:off x="2393965" y="213705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2274024"/>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449152"/>
            <a:ext cx="0" cy="288349"/>
          </a:xfrm>
          <a:prstGeom prst="line">
            <a:avLst/>
          </a:prstGeom>
          <a:noFill/>
          <a:ln w="17780">
            <a:solidFill>
              <a:srgbClr val="67067C"/>
            </a:solidFill>
            <a:prstDash val="solid"/>
          </a:ln>
        </p:spPr>
      </p:sp>
      <p:sp>
        <p:nvSpPr>
          <p:cNvPr id="22" name="Text 15"/>
          <p:cNvSpPr/>
          <p:nvPr/>
        </p:nvSpPr>
        <p:spPr>
          <a:xfrm>
            <a:off x="936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7029101"/>
            <a:ext cx="6120000" cy="680426"/>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57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57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008803" y="1735388"/>
            <a:ext cx="582393" cy="2232000"/>
          </a:xfrm>
          <a:prstGeom prst="rect">
            <a:avLst/>
          </a:prstGeom>
        </p:spPr>
      </p:pic>
      <p:sp>
        <p:nvSpPr>
          <p:cNvPr id="18" name="Text 12"/>
          <p:cNvSpPr/>
          <p:nvPr/>
        </p:nvSpPr>
        <p:spPr>
          <a:xfrm>
            <a:off x="2177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Juliette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387834"/>
            <a:ext cx="0" cy="288349"/>
          </a:xfrm>
          <a:prstGeom prst="line">
            <a:avLst/>
          </a:prstGeom>
          <a:noFill/>
          <a:ln w="17780">
            <a:solidFill>
              <a:srgbClr val="67067C"/>
            </a:solidFill>
            <a:prstDash val="solid"/>
          </a:ln>
        </p:spPr>
      </p:sp>
      <p:sp>
        <p:nvSpPr>
          <p:cNvPr id="22" name="Text 15"/>
          <p:cNvSpPr/>
          <p:nvPr/>
        </p:nvSpPr>
        <p:spPr>
          <a:xfrm>
            <a:off x="720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612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967784"/>
            <a:ext cx="6120000" cy="1146258"/>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272066" y="1735388"/>
            <a:ext cx="487869" cy="2232000"/>
          </a:xfrm>
          <a:prstGeom prst="rect">
            <a:avLst/>
          </a:prstGeom>
        </p:spPr>
      </p:pic>
      <p:sp>
        <p:nvSpPr>
          <p:cNvPr id="18" name="Text 12"/>
          <p:cNvSpPr/>
          <p:nvPr/>
        </p:nvSpPr>
        <p:spPr>
          <a:xfrm>
            <a:off x="2393963" y="1647634"/>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9" name="Text 13"/>
          <p:cNvSpPr/>
          <p:nvPr/>
        </p:nvSpPr>
        <p:spPr>
          <a:xfrm>
            <a:off x="2448000" y="1777429"/>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387834"/>
            <a:ext cx="0" cy="288349"/>
          </a:xfrm>
          <a:prstGeom prst="line">
            <a:avLst/>
          </a:prstGeom>
          <a:noFill/>
          <a:ln w="17780">
            <a:solidFill>
              <a:srgbClr val="67067C"/>
            </a:solidFill>
            <a:prstDash val="solid"/>
          </a:ln>
        </p:spPr>
      </p:sp>
      <p:sp>
        <p:nvSpPr>
          <p:cNvPr id="22" name="Text 15"/>
          <p:cNvSpPr/>
          <p:nvPr/>
        </p:nvSpPr>
        <p:spPr>
          <a:xfrm>
            <a:off x="936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828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967784"/>
            <a:ext cx="6120000" cy="1146258"/>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45</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221754" y="1735388"/>
            <a:ext cx="588492" cy="2232000"/>
          </a:xfrm>
          <a:prstGeom prst="rect">
            <a:avLst/>
          </a:prstGeom>
        </p:spPr>
      </p:pic>
      <p:sp>
        <p:nvSpPr>
          <p:cNvPr id="20" name="Text 14"/>
          <p:cNvSpPr/>
          <p:nvPr/>
        </p:nvSpPr>
        <p:spPr>
          <a:xfrm>
            <a:off x="2394034" y="186541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448000" y="1986026"/>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003114"/>
            <a:ext cx="0" cy="288349"/>
          </a:xfrm>
          <a:prstGeom prst="line">
            <a:avLst/>
          </a:prstGeom>
          <a:noFill/>
          <a:ln w="17780">
            <a:solidFill>
              <a:srgbClr val="67067C"/>
            </a:solidFill>
            <a:prstDash val="solid"/>
          </a:ln>
        </p:spPr>
      </p:sp>
      <p:sp>
        <p:nvSpPr>
          <p:cNvPr id="24" name="Text 17"/>
          <p:cNvSpPr/>
          <p:nvPr/>
        </p:nvSpPr>
        <p:spPr>
          <a:xfrm>
            <a:off x="936000" y="60031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828000" y="64354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83063"/>
            <a:ext cx="6120000" cy="1148400"/>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002705" y="1735388"/>
            <a:ext cx="594590" cy="2232000"/>
          </a:xfrm>
          <a:prstGeom prst="rect">
            <a:avLst/>
          </a:prstGeom>
        </p:spPr>
      </p:pic>
      <p:sp>
        <p:nvSpPr>
          <p:cNvPr id="20" name="Text 14"/>
          <p:cNvSpPr/>
          <p:nvPr/>
        </p:nvSpPr>
        <p:spPr>
          <a:xfrm>
            <a:off x="2177992" y="184811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997933"/>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449152"/>
            <a:ext cx="0" cy="288349"/>
          </a:xfrm>
          <a:prstGeom prst="line">
            <a:avLst/>
          </a:prstGeom>
          <a:noFill/>
          <a:ln w="17780">
            <a:solidFill>
              <a:srgbClr val="67067C"/>
            </a:solidFill>
            <a:prstDash val="solid"/>
          </a:ln>
        </p:spPr>
      </p:sp>
      <p:sp>
        <p:nvSpPr>
          <p:cNvPr id="24" name="Text 17"/>
          <p:cNvSpPr/>
          <p:nvPr/>
        </p:nvSpPr>
        <p:spPr>
          <a:xfrm>
            <a:off x="720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7029101"/>
            <a:ext cx="6120000" cy="1084941"/>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09708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2" name="Shape 8"/>
          <p:cNvSpPr/>
          <p:nvPr/>
        </p:nvSpPr>
        <p:spPr>
          <a:xfrm>
            <a:off x="200428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428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6896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6896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218705" y="1735388"/>
            <a:ext cx="594590" cy="2232000"/>
          </a:xfrm>
          <a:prstGeom prst="rect">
            <a:avLst/>
          </a:prstGeom>
        </p:spPr>
      </p:pic>
      <p:sp>
        <p:nvSpPr>
          <p:cNvPr id="18" name="Text 12"/>
          <p:cNvSpPr/>
          <p:nvPr/>
        </p:nvSpPr>
        <p:spPr>
          <a:xfrm>
            <a:off x="2393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448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833872"/>
            <a:ext cx="0" cy="288349"/>
          </a:xfrm>
          <a:prstGeom prst="line">
            <a:avLst/>
          </a:prstGeom>
          <a:noFill/>
          <a:ln w="17780">
            <a:solidFill>
              <a:srgbClr val="67067C"/>
            </a:solidFill>
            <a:prstDash val="solid"/>
          </a:ln>
        </p:spPr>
      </p:sp>
      <p:sp>
        <p:nvSpPr>
          <p:cNvPr id="22" name="Text 15"/>
          <p:cNvSpPr/>
          <p:nvPr/>
        </p:nvSpPr>
        <p:spPr>
          <a:xfrm>
            <a:off x="936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413821"/>
            <a:ext cx="6120000" cy="70022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57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57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5913248" y="1735388"/>
            <a:ext cx="773503" cy="2232000"/>
          </a:xfrm>
          <a:prstGeom prst="rect">
            <a:avLst/>
          </a:prstGeom>
        </p:spPr>
      </p:pic>
      <p:sp>
        <p:nvSpPr>
          <p:cNvPr id="18" name="Text 12"/>
          <p:cNvSpPr/>
          <p:nvPr/>
        </p:nvSpPr>
        <p:spPr>
          <a:xfrm>
            <a:off x="2178033" y="1851436"/>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232000" y="1995647"/>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82/17 Blanc de Blancs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833872"/>
            <a:ext cx="0" cy="288349"/>
          </a:xfrm>
          <a:prstGeom prst="line">
            <a:avLst/>
          </a:prstGeom>
          <a:noFill/>
          <a:ln w="17780">
            <a:solidFill>
              <a:srgbClr val="67067C"/>
            </a:solidFill>
            <a:prstDash val="solid"/>
          </a:ln>
        </p:spPr>
      </p:sp>
      <p:sp>
        <p:nvSpPr>
          <p:cNvPr id="22" name="Text 15"/>
          <p:cNvSpPr/>
          <p:nvPr/>
        </p:nvSpPr>
        <p:spPr>
          <a:xfrm>
            <a:off x="720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13821"/>
            <a:ext cx="6120000" cy="70022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82/17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 Chardonnay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4" name="Text 42"/>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6" name="Text 44"/>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8" name="Text 46"/>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0" name="Text 48"/>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51" name="Text 49"/>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53" name="Text 51"/>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6" name="Text 54"/>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7" name="Text 55"/>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8" name="Text 56"/>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9" name="Text 57"/>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0" name="Text 58"/>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2" name="Text 60"/>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3" name="Text 61"/>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4" name="Text 62"/>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65" name="Text 63"/>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6" name="Text 64"/>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7" name="Text 65"/>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8" name="Text 66"/>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9" name="Text 67"/>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0" name="Text 68"/>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1" name="Text 69"/>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2" name="Text 70"/>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3" name="Text 71"/>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4" name="Text 72"/>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5" name="Text 73"/>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8" name="Text 76"/>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9" name="Text 77"/>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80" name="Text 78"/>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81" name="Text 79"/>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83" name="Text 81"/>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4" name="Text 82"/>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5" name="Text 83"/>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6" name="Text 84"/>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7" name="Text 85"/>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88" name="Text 86"/>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89" name="Text 87"/>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0" name="Text 88"/>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1" name="Text 89"/>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2" name="Text 90"/>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93" name="Text 91"/>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338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6" name="Text 94"/>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97" name="Text 95"/>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8" name="Text 96"/>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0" name="Text 98"/>
          <p:cNvSpPr/>
          <p:nvPr/>
        </p:nvSpPr>
        <p:spPr>
          <a:xfrm>
            <a:off x="4908000" y="401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1" name="Text 99"/>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3" name="Text 101"/>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04" name="Text 102"/>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5" name="Text 103"/>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6" name="Text 104"/>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7" name="Text 105"/>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8" name="Text 106"/>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09" name="Text 107"/>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110" name="Text 108"/>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111" name="Text 109"/>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112" name="Text 110"/>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13" name="Text 111"/>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2023</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4" name="Text 112"/>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15" name="Text 113"/>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6" name="Text 114"/>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7" name="Text 115"/>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8" name="Text 1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119" name="Text 1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4" name="Text 22"/>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5" name="Text 23"/>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6" name="Text 24"/>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27" name="Text 25"/>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Pousterle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8" name="Text 26"/>
          <p:cNvSpPr/>
          <p:nvPr/>
        </p:nvSpPr>
        <p:spPr>
          <a:xfrm>
            <a:off x="265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9" name="Text 27"/>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0" name="Text 28"/>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1" name="Text 29"/>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2" name="Text 30"/>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3" name="Text 31"/>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4" name="Text 32"/>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6" name="Text 34"/>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1" name="Text 39"/>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2" name="Text 40"/>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3" name="Text 41"/>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4" name="Text 42"/>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2022</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45" name="Text 43"/>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6" name="Text 44"/>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7" name="Text 45"/>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8" name="Text 46"/>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9" name="Text 47"/>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0" name="Text 48"/>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51" name="Text 49"/>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52" name="Text 50"/>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4" name="Text 52"/>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5" name="Text 53"/>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6" name="Text 54"/>
          <p:cNvSpPr/>
          <p:nvPr/>
        </p:nvSpPr>
        <p:spPr>
          <a:xfrm>
            <a:off x="4692000" y="18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57" name="Text 55"/>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8" name="Text 56"/>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1" name="Text 59"/>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3" name="Text 61"/>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4" name="Text 62"/>
          <p:cNvSpPr/>
          <p:nvPr/>
        </p:nvSpPr>
        <p:spPr>
          <a:xfrm>
            <a:off x="4692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65" name="Text 63"/>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67" name="Text 6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19</a:t>
            </a:r>
            <a:endParaRPr lang="en-US" sz="840" dirty="0"/>
          </a:p>
        </p:txBody>
      </p:sp>
      <p:sp>
        <p:nvSpPr>
          <p:cNvPr id="21" name="Text 19"/>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23" name="Text 21"/>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4" name="Text 22"/>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26" name="Text 24"/>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7" name="Text 25"/>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28" name="Text 26"/>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29" name="Text 27"/>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30" name="Text 28"/>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1" name="Text 29"/>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2" name="Text 30"/>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33" name="Text 31"/>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40</a:t>
            </a:r>
            <a:endParaRPr lang="en-US" sz="840" dirty="0"/>
          </a:p>
        </p:txBody>
      </p:sp>
      <p:sp>
        <p:nvSpPr>
          <p:cNvPr id="34" name="Text 32"/>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35" name="Text 33"/>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6" name="Text 3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37" name="Text 3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STANDS, VINS, QUANTITÉS, COMMANDES</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STANDS, VINS, QUANTITÉS, COMMANDES</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400421"/>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vingt-six vignerons.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2026-10-02T15:44:06Z</dcterms:created>
  <dcterms:modified xsi:type="dcterms:W3CDTF">2026-10-02T15:44:06Z</dcterms:modified>
</cp:coreProperties>
</file>