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188</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918000" y="5662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65" name="Text 63"/>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6" name="Text 64"/>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7" name="Text 65"/>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8" name="Shape 66"/>
          <p:cNvSpPr/>
          <p:nvPr/>
        </p:nvSpPr>
        <p:spPr>
          <a:xfrm>
            <a:off x="612000" y="5799600"/>
            <a:ext cx="2952000" cy="0"/>
          </a:xfrm>
          <a:prstGeom prst="line">
            <a:avLst/>
          </a:prstGeom>
          <a:noFill/>
          <a:ln w="3810">
            <a:solidFill>
              <a:srgbClr val="C9CFC9"/>
            </a:solidFill>
            <a:prstDash val="solid"/>
          </a:ln>
        </p:spPr>
      </p:sp>
      <p:sp>
        <p:nvSpPr>
          <p:cNvPr id="69" name="Text 67"/>
          <p:cNvSpPr/>
          <p:nvPr/>
        </p:nvSpPr>
        <p:spPr>
          <a:xfrm>
            <a:off x="918000" y="5979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0" name="Text 68"/>
          <p:cNvSpPr/>
          <p:nvPr/>
        </p:nvSpPr>
        <p:spPr>
          <a:xfrm>
            <a:off x="612000" y="57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1" name="Text 69"/>
          <p:cNvSpPr/>
          <p:nvPr/>
        </p:nvSpPr>
        <p:spPr>
          <a:xfrm>
            <a:off x="918000" y="57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2" name="Text 70"/>
          <p:cNvSpPr/>
          <p:nvPr/>
        </p:nvSpPr>
        <p:spPr>
          <a:xfrm>
            <a:off x="3204000" y="57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3" name="Shape 71"/>
          <p:cNvSpPr/>
          <p:nvPr/>
        </p:nvSpPr>
        <p:spPr>
          <a:xfrm>
            <a:off x="612000" y="6116400"/>
            <a:ext cx="2952000" cy="0"/>
          </a:xfrm>
          <a:prstGeom prst="line">
            <a:avLst/>
          </a:prstGeom>
          <a:noFill/>
          <a:ln w="3810">
            <a:solidFill>
              <a:srgbClr val="C9CFC9"/>
            </a:solidFill>
            <a:prstDash val="solid"/>
          </a:ln>
        </p:spPr>
      </p:sp>
      <p:sp>
        <p:nvSpPr>
          <p:cNvPr id="74" name="Text 72"/>
          <p:cNvSpPr/>
          <p:nvPr/>
        </p:nvSpPr>
        <p:spPr>
          <a:xfrm>
            <a:off x="918000" y="6296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5" name="Text 73"/>
          <p:cNvSpPr/>
          <p:nvPr/>
        </p:nvSpPr>
        <p:spPr>
          <a:xfrm>
            <a:off x="612000" y="61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6" name="Text 74"/>
          <p:cNvSpPr/>
          <p:nvPr/>
        </p:nvSpPr>
        <p:spPr>
          <a:xfrm>
            <a:off x="918000" y="61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7" name="Text 75"/>
          <p:cNvSpPr/>
          <p:nvPr/>
        </p:nvSpPr>
        <p:spPr>
          <a:xfrm>
            <a:off x="3204000" y="61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8" name="Shape 76"/>
          <p:cNvSpPr/>
          <p:nvPr/>
        </p:nvSpPr>
        <p:spPr>
          <a:xfrm>
            <a:off x="612000" y="6433200"/>
            <a:ext cx="2952000" cy="0"/>
          </a:xfrm>
          <a:prstGeom prst="line">
            <a:avLst/>
          </a:prstGeom>
          <a:noFill/>
          <a:ln w="3810">
            <a:solidFill>
              <a:srgbClr val="C9CFC9"/>
            </a:solidFill>
            <a:prstDash val="solid"/>
          </a:ln>
        </p:spPr>
      </p:sp>
      <p:sp>
        <p:nvSpPr>
          <p:cNvPr id="79" name="Text 77"/>
          <p:cNvSpPr/>
          <p:nvPr/>
        </p:nvSpPr>
        <p:spPr>
          <a:xfrm>
            <a:off x="918000" y="6613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0" name="Text 78"/>
          <p:cNvSpPr/>
          <p:nvPr/>
        </p:nvSpPr>
        <p:spPr>
          <a:xfrm>
            <a:off x="612000" y="6433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81" name="Text 79"/>
          <p:cNvSpPr/>
          <p:nvPr/>
        </p:nvSpPr>
        <p:spPr>
          <a:xfrm>
            <a:off x="918000" y="6433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82" name="Text 80"/>
          <p:cNvSpPr/>
          <p:nvPr/>
        </p:nvSpPr>
        <p:spPr>
          <a:xfrm>
            <a:off x="3204000" y="6433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83" name="Shape 81"/>
          <p:cNvSpPr/>
          <p:nvPr/>
        </p:nvSpPr>
        <p:spPr>
          <a:xfrm>
            <a:off x="612000" y="6750000"/>
            <a:ext cx="2952000" cy="0"/>
          </a:xfrm>
          <a:prstGeom prst="line">
            <a:avLst/>
          </a:prstGeom>
          <a:noFill/>
          <a:ln w="3810">
            <a:solidFill>
              <a:srgbClr val="C9CFC9"/>
            </a:solidFill>
            <a:prstDash val="solid"/>
          </a:ln>
        </p:spPr>
      </p:sp>
      <p:sp>
        <p:nvSpPr>
          <p:cNvPr id="84" name="Text 82"/>
          <p:cNvSpPr/>
          <p:nvPr/>
        </p:nvSpPr>
        <p:spPr>
          <a:xfrm>
            <a:off x="612000" y="6750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5" name="Text 83"/>
          <p:cNvSpPr/>
          <p:nvPr/>
        </p:nvSpPr>
        <p:spPr>
          <a:xfrm>
            <a:off x="918000" y="6750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6" name="Text 84"/>
          <p:cNvSpPr/>
          <p:nvPr/>
        </p:nvSpPr>
        <p:spPr>
          <a:xfrm>
            <a:off x="3204000" y="6750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7" name="Shape 85"/>
          <p:cNvSpPr/>
          <p:nvPr/>
        </p:nvSpPr>
        <p:spPr>
          <a:xfrm>
            <a:off x="612000" y="6951600"/>
            <a:ext cx="2952000" cy="0"/>
          </a:xfrm>
          <a:prstGeom prst="line">
            <a:avLst/>
          </a:prstGeom>
          <a:noFill/>
          <a:ln w="3810">
            <a:solidFill>
              <a:srgbClr val="C9CFC9"/>
            </a:solidFill>
            <a:prstDash val="solid"/>
          </a:ln>
        </p:spPr>
      </p:sp>
      <p:sp>
        <p:nvSpPr>
          <p:cNvPr id="88" name="Shape 86"/>
          <p:cNvSpPr/>
          <p:nvPr/>
        </p:nvSpPr>
        <p:spPr>
          <a:xfrm>
            <a:off x="3780000" y="1393200"/>
            <a:ext cx="115200" cy="115200"/>
          </a:xfrm>
          <a:prstGeom prst="rect">
            <a:avLst/>
          </a:prstGeom>
          <a:solidFill>
            <a:srgbClr val="D08C3C"/>
          </a:solidFill>
          <a:ln w="7620">
            <a:solidFill>
              <a:srgbClr val="D08C3C"/>
            </a:solidFill>
            <a:prstDash val="solid"/>
          </a:ln>
        </p:spPr>
      </p:sp>
      <p:sp>
        <p:nvSpPr>
          <p:cNvPr id="89" name="Text 87"/>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90" name="Shape 88"/>
          <p:cNvSpPr/>
          <p:nvPr/>
        </p:nvSpPr>
        <p:spPr>
          <a:xfrm>
            <a:off x="3780000" y="1587600"/>
            <a:ext cx="2952000" cy="0"/>
          </a:xfrm>
          <a:prstGeom prst="line">
            <a:avLst/>
          </a:prstGeom>
          <a:noFill/>
          <a:ln w="11430">
            <a:solidFill>
              <a:srgbClr val="67067C"/>
            </a:solidFill>
            <a:prstDash val="solid"/>
          </a:ln>
        </p:spPr>
      </p:sp>
      <p:sp>
        <p:nvSpPr>
          <p:cNvPr id="91" name="Text 89"/>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2" name="Text 90"/>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93" name="Text 91"/>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4" name="Shape 92"/>
          <p:cNvSpPr/>
          <p:nvPr/>
        </p:nvSpPr>
        <p:spPr>
          <a:xfrm>
            <a:off x="3780000" y="1839600"/>
            <a:ext cx="2952000" cy="0"/>
          </a:xfrm>
          <a:prstGeom prst="line">
            <a:avLst/>
          </a:prstGeom>
          <a:noFill/>
          <a:ln w="3810">
            <a:solidFill>
              <a:srgbClr val="C9CFC9"/>
            </a:solidFill>
            <a:prstDash val="solid"/>
          </a:ln>
        </p:spPr>
      </p:sp>
      <p:sp>
        <p:nvSpPr>
          <p:cNvPr id="95" name="Text 93"/>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6" name="Text 94"/>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7" name="Text 95"/>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8" name="Shape 96"/>
          <p:cNvSpPr/>
          <p:nvPr/>
        </p:nvSpPr>
        <p:spPr>
          <a:xfrm>
            <a:off x="3780000" y="2041200"/>
            <a:ext cx="2952000" cy="0"/>
          </a:xfrm>
          <a:prstGeom prst="line">
            <a:avLst/>
          </a:prstGeom>
          <a:noFill/>
          <a:ln w="3810">
            <a:solidFill>
              <a:srgbClr val="C9CFC9"/>
            </a:solidFill>
            <a:prstDash val="solid"/>
          </a:ln>
        </p:spPr>
      </p:sp>
      <p:sp>
        <p:nvSpPr>
          <p:cNvPr id="99" name="Shape 97"/>
          <p:cNvSpPr/>
          <p:nvPr/>
        </p:nvSpPr>
        <p:spPr>
          <a:xfrm>
            <a:off x="3780000" y="2271600"/>
            <a:ext cx="115200" cy="115200"/>
          </a:xfrm>
          <a:prstGeom prst="rect">
            <a:avLst/>
          </a:prstGeom>
          <a:solidFill>
            <a:srgbClr val="A8515F"/>
          </a:solidFill>
          <a:ln w="7620">
            <a:solidFill>
              <a:srgbClr val="A8515F"/>
            </a:solidFill>
            <a:prstDash val="solid"/>
          </a:ln>
        </p:spPr>
      </p:sp>
      <p:sp>
        <p:nvSpPr>
          <p:cNvPr id="100" name="Text 98"/>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01" name="Shape 99"/>
          <p:cNvSpPr/>
          <p:nvPr/>
        </p:nvSpPr>
        <p:spPr>
          <a:xfrm>
            <a:off x="3780000" y="2466000"/>
            <a:ext cx="2952000" cy="0"/>
          </a:xfrm>
          <a:prstGeom prst="line">
            <a:avLst/>
          </a:prstGeom>
          <a:noFill/>
          <a:ln w="11430">
            <a:solidFill>
              <a:srgbClr val="67067C"/>
            </a:solidFill>
            <a:prstDash val="solid"/>
          </a:ln>
        </p:spPr>
      </p:sp>
      <p:sp>
        <p:nvSpPr>
          <p:cNvPr id="102" name="Text 100"/>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103" name="Text 101"/>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4" name="Text 102"/>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5" name="Shape 103"/>
          <p:cNvSpPr/>
          <p:nvPr/>
        </p:nvSpPr>
        <p:spPr>
          <a:xfrm>
            <a:off x="3780000" y="2718000"/>
            <a:ext cx="2952000" cy="0"/>
          </a:xfrm>
          <a:prstGeom prst="line">
            <a:avLst/>
          </a:prstGeom>
          <a:noFill/>
          <a:ln w="3810">
            <a:solidFill>
              <a:srgbClr val="C9CFC9"/>
            </a:solidFill>
            <a:prstDash val="solid"/>
          </a:ln>
        </p:spPr>
      </p:sp>
      <p:sp>
        <p:nvSpPr>
          <p:cNvPr id="106" name="Text 104"/>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7" name="Text 105"/>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8" name="Text 106"/>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9" name="Shape 107"/>
          <p:cNvSpPr/>
          <p:nvPr/>
        </p:nvSpPr>
        <p:spPr>
          <a:xfrm>
            <a:off x="3780000" y="2919600"/>
            <a:ext cx="2952000" cy="0"/>
          </a:xfrm>
          <a:prstGeom prst="line">
            <a:avLst/>
          </a:prstGeom>
          <a:noFill/>
          <a:ln w="3810">
            <a:solidFill>
              <a:srgbClr val="C9CFC9"/>
            </a:solidFill>
            <a:prstDash val="solid"/>
          </a:ln>
        </p:spPr>
      </p:sp>
      <p:sp>
        <p:nvSpPr>
          <p:cNvPr id="110" name="Text 108"/>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11" name="Text 109"/>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12" name="Text 110"/>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13" name="Shape 111"/>
          <p:cNvSpPr/>
          <p:nvPr/>
        </p:nvSpPr>
        <p:spPr>
          <a:xfrm>
            <a:off x="3780000" y="3121200"/>
            <a:ext cx="2952000" cy="0"/>
          </a:xfrm>
          <a:prstGeom prst="line">
            <a:avLst/>
          </a:prstGeom>
          <a:noFill/>
          <a:ln w="3810">
            <a:solidFill>
              <a:srgbClr val="C9CFC9"/>
            </a:solidFill>
            <a:prstDash val="solid"/>
          </a:ln>
        </p:spPr>
      </p:sp>
      <p:sp>
        <p:nvSpPr>
          <p:cNvPr id="114" name="Text 112"/>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5" name="Text 113"/>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6" name="Text 114"/>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7" name="Shape 115"/>
          <p:cNvSpPr/>
          <p:nvPr/>
        </p:nvSpPr>
        <p:spPr>
          <a:xfrm>
            <a:off x="3780000" y="3322800"/>
            <a:ext cx="2952000" cy="0"/>
          </a:xfrm>
          <a:prstGeom prst="line">
            <a:avLst/>
          </a:prstGeom>
          <a:noFill/>
          <a:ln w="3810">
            <a:solidFill>
              <a:srgbClr val="C9CFC9"/>
            </a:solidFill>
            <a:prstDash val="solid"/>
          </a:ln>
        </p:spPr>
      </p:sp>
      <p:sp>
        <p:nvSpPr>
          <p:cNvPr id="118" name="Shape 116"/>
          <p:cNvSpPr/>
          <p:nvPr/>
        </p:nvSpPr>
        <p:spPr>
          <a:xfrm>
            <a:off x="3780000" y="3553200"/>
            <a:ext cx="115200" cy="115200"/>
          </a:xfrm>
          <a:prstGeom prst="rect">
            <a:avLst/>
          </a:prstGeom>
          <a:solidFill>
            <a:srgbClr val="46606E"/>
          </a:solidFill>
          <a:ln w="7620">
            <a:solidFill>
              <a:srgbClr val="46606E"/>
            </a:solidFill>
            <a:prstDash val="solid"/>
          </a:ln>
        </p:spPr>
      </p:sp>
      <p:sp>
        <p:nvSpPr>
          <p:cNvPr id="119" name="Text 117"/>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20" name="Shape 118"/>
          <p:cNvSpPr/>
          <p:nvPr/>
        </p:nvSpPr>
        <p:spPr>
          <a:xfrm>
            <a:off x="3780000" y="3747600"/>
            <a:ext cx="2952000" cy="0"/>
          </a:xfrm>
          <a:prstGeom prst="line">
            <a:avLst/>
          </a:prstGeom>
          <a:noFill/>
          <a:ln w="11430">
            <a:solidFill>
              <a:srgbClr val="67067C"/>
            </a:solidFill>
            <a:prstDash val="solid"/>
          </a:ln>
        </p:spPr>
      </p:sp>
      <p:sp>
        <p:nvSpPr>
          <p:cNvPr id="121" name="Text 119"/>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22" name="Text 120"/>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23" name="Text 121"/>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4" name="Shape 122"/>
          <p:cNvSpPr/>
          <p:nvPr/>
        </p:nvSpPr>
        <p:spPr>
          <a:xfrm>
            <a:off x="3780000" y="3999600"/>
            <a:ext cx="2952000" cy="0"/>
          </a:xfrm>
          <a:prstGeom prst="line">
            <a:avLst/>
          </a:prstGeom>
          <a:noFill/>
          <a:ln w="3810">
            <a:solidFill>
              <a:srgbClr val="C9CFC9"/>
            </a:solidFill>
            <a:prstDash val="solid"/>
          </a:ln>
        </p:spPr>
      </p:sp>
      <p:sp>
        <p:nvSpPr>
          <p:cNvPr id="125" name="Shape 123"/>
          <p:cNvSpPr/>
          <p:nvPr/>
        </p:nvSpPr>
        <p:spPr>
          <a:xfrm>
            <a:off x="3780000" y="4230000"/>
            <a:ext cx="115200" cy="115200"/>
          </a:xfrm>
          <a:prstGeom prst="rect">
            <a:avLst/>
          </a:prstGeom>
          <a:solidFill>
            <a:srgbClr val="3C5B47"/>
          </a:solidFill>
          <a:ln w="7620">
            <a:solidFill>
              <a:srgbClr val="3C5B47"/>
            </a:solidFill>
            <a:prstDash val="solid"/>
          </a:ln>
        </p:spPr>
      </p:sp>
      <p:sp>
        <p:nvSpPr>
          <p:cNvPr id="126" name="Text 124"/>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7" name="Shape 125"/>
          <p:cNvSpPr/>
          <p:nvPr/>
        </p:nvSpPr>
        <p:spPr>
          <a:xfrm>
            <a:off x="3780000" y="4424400"/>
            <a:ext cx="2952000" cy="0"/>
          </a:xfrm>
          <a:prstGeom prst="line">
            <a:avLst/>
          </a:prstGeom>
          <a:noFill/>
          <a:ln w="11430">
            <a:solidFill>
              <a:srgbClr val="67067C"/>
            </a:solidFill>
            <a:prstDash val="solid"/>
          </a:ln>
        </p:spPr>
      </p:sp>
      <p:sp>
        <p:nvSpPr>
          <p:cNvPr id="128" name="Text 126"/>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30" name="Text 128"/>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31" name="Shape 129"/>
          <p:cNvSpPr/>
          <p:nvPr/>
        </p:nvSpPr>
        <p:spPr>
          <a:xfrm>
            <a:off x="3780000" y="4676400"/>
            <a:ext cx="2952000" cy="0"/>
          </a:xfrm>
          <a:prstGeom prst="line">
            <a:avLst/>
          </a:prstGeom>
          <a:noFill/>
          <a:ln w="3810">
            <a:solidFill>
              <a:srgbClr val="C9CFC9"/>
            </a:solidFill>
            <a:prstDash val="solid"/>
          </a:ln>
        </p:spPr>
      </p:sp>
      <p:sp>
        <p:nvSpPr>
          <p:cNvPr id="132" name="Text 130"/>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33" name="Text 131"/>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4" name="Text 132"/>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5" name="Shape 133"/>
          <p:cNvSpPr/>
          <p:nvPr/>
        </p:nvSpPr>
        <p:spPr>
          <a:xfrm>
            <a:off x="3780000" y="4878000"/>
            <a:ext cx="2952000" cy="0"/>
          </a:xfrm>
          <a:prstGeom prst="line">
            <a:avLst/>
          </a:prstGeom>
          <a:noFill/>
          <a:ln w="3810">
            <a:solidFill>
              <a:srgbClr val="C9CFC9"/>
            </a:solidFill>
            <a:prstDash val="solid"/>
          </a:ln>
        </p:spPr>
      </p:sp>
      <p:sp>
        <p:nvSpPr>
          <p:cNvPr id="136" name="Text 134"/>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7" name="Text 135"/>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8" name="Text 136"/>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9" name="Shape 137"/>
          <p:cNvSpPr/>
          <p:nvPr/>
        </p:nvSpPr>
        <p:spPr>
          <a:xfrm>
            <a:off x="3780000" y="5079600"/>
            <a:ext cx="2952000" cy="0"/>
          </a:xfrm>
          <a:prstGeom prst="line">
            <a:avLst/>
          </a:prstGeom>
          <a:noFill/>
          <a:ln w="3810">
            <a:solidFill>
              <a:srgbClr val="C9CFC9"/>
            </a:solidFill>
            <a:prstDash val="solid"/>
          </a:ln>
        </p:spPr>
      </p:sp>
      <p:sp>
        <p:nvSpPr>
          <p:cNvPr id="140" name="Text 138"/>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41" name="Text 139"/>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42" name="Text 140"/>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43" name="Shape 141"/>
          <p:cNvSpPr/>
          <p:nvPr/>
        </p:nvSpPr>
        <p:spPr>
          <a:xfrm>
            <a:off x="3780000" y="5281200"/>
            <a:ext cx="2952000" cy="0"/>
          </a:xfrm>
          <a:prstGeom prst="line">
            <a:avLst/>
          </a:prstGeom>
          <a:noFill/>
          <a:ln w="3810">
            <a:solidFill>
              <a:srgbClr val="C9CFC9"/>
            </a:solidFill>
            <a:prstDash val="solid"/>
          </a:ln>
        </p:spPr>
      </p:sp>
      <p:sp>
        <p:nvSpPr>
          <p:cNvPr id="144" name="Shape 142"/>
          <p:cNvSpPr/>
          <p:nvPr/>
        </p:nvSpPr>
        <p:spPr>
          <a:xfrm>
            <a:off x="3780000" y="5511600"/>
            <a:ext cx="115200" cy="115200"/>
          </a:xfrm>
          <a:prstGeom prst="rect">
            <a:avLst/>
          </a:prstGeom>
          <a:solidFill>
            <a:srgbClr val="FBF8F1"/>
          </a:solidFill>
          <a:ln w="7620">
            <a:solidFill>
              <a:srgbClr val="46606E"/>
            </a:solidFill>
            <a:prstDash val="solid"/>
          </a:ln>
        </p:spPr>
      </p:sp>
      <p:sp>
        <p:nvSpPr>
          <p:cNvPr id="145" name="Text 143"/>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6" name="Shape 144"/>
          <p:cNvSpPr/>
          <p:nvPr/>
        </p:nvSpPr>
        <p:spPr>
          <a:xfrm>
            <a:off x="3780000" y="5706000"/>
            <a:ext cx="2952000" cy="0"/>
          </a:xfrm>
          <a:prstGeom prst="line">
            <a:avLst/>
          </a:prstGeom>
          <a:noFill/>
          <a:ln w="11430">
            <a:solidFill>
              <a:srgbClr val="67067C"/>
            </a:solidFill>
            <a:prstDash val="solid"/>
          </a:ln>
        </p:spPr>
      </p:sp>
      <p:sp>
        <p:nvSpPr>
          <p:cNvPr id="147" name="Text 145"/>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8" name="Text 146"/>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9" name="Text 147"/>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50" name="Shape 148"/>
          <p:cNvSpPr/>
          <p:nvPr/>
        </p:nvSpPr>
        <p:spPr>
          <a:xfrm>
            <a:off x="3780000" y="5958000"/>
            <a:ext cx="2952000" cy="0"/>
          </a:xfrm>
          <a:prstGeom prst="line">
            <a:avLst/>
          </a:prstGeom>
          <a:noFill/>
          <a:ln w="3810">
            <a:solidFill>
              <a:srgbClr val="C9CFC9"/>
            </a:solidFill>
            <a:prstDash val="solid"/>
          </a:ln>
        </p:spPr>
      </p:sp>
      <p:sp>
        <p:nvSpPr>
          <p:cNvPr id="151" name="Text 149"/>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52" name="Text 150"/>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53" name="Text 151"/>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4" name="Shape 152"/>
          <p:cNvSpPr/>
          <p:nvPr/>
        </p:nvSpPr>
        <p:spPr>
          <a:xfrm>
            <a:off x="3780000" y="6159600"/>
            <a:ext cx="2952000" cy="0"/>
          </a:xfrm>
          <a:prstGeom prst="line">
            <a:avLst/>
          </a:prstGeom>
          <a:noFill/>
          <a:ln w="3810">
            <a:solidFill>
              <a:srgbClr val="C9CFC9"/>
            </a:solidFill>
            <a:prstDash val="solid"/>
          </a:ln>
        </p:spPr>
      </p:sp>
      <p:sp>
        <p:nvSpPr>
          <p:cNvPr id="155" name="Text 153"/>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6" name="Text 154"/>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7" name="Text 155"/>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8" name="Shape 156"/>
          <p:cNvSpPr/>
          <p:nvPr/>
        </p:nvSpPr>
        <p:spPr>
          <a:xfrm>
            <a:off x="3780000" y="6361200"/>
            <a:ext cx="2952000" cy="0"/>
          </a:xfrm>
          <a:prstGeom prst="line">
            <a:avLst/>
          </a:prstGeom>
          <a:noFill/>
          <a:ln w="3810">
            <a:solidFill>
              <a:srgbClr val="C9CFC9"/>
            </a:solidFill>
            <a:prstDash val="solid"/>
          </a:ln>
        </p:spPr>
      </p:sp>
      <p:sp>
        <p:nvSpPr>
          <p:cNvPr id="159" name="Text 157"/>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60" name="Text 158"/>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61" name="Text 159"/>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62" name="Shape 160"/>
          <p:cNvSpPr/>
          <p:nvPr/>
        </p:nvSpPr>
        <p:spPr>
          <a:xfrm>
            <a:off x="3780000" y="6562800"/>
            <a:ext cx="2952000" cy="0"/>
          </a:xfrm>
          <a:prstGeom prst="line">
            <a:avLst/>
          </a:prstGeom>
          <a:noFill/>
          <a:ln w="3810">
            <a:solidFill>
              <a:srgbClr val="C9CFC9"/>
            </a:solidFill>
            <a:prstDash val="solid"/>
          </a:ln>
        </p:spPr>
      </p:sp>
      <p:sp>
        <p:nvSpPr>
          <p:cNvPr id="163" name="Shape 161"/>
          <p:cNvSpPr/>
          <p:nvPr/>
        </p:nvSpPr>
        <p:spPr>
          <a:xfrm>
            <a:off x="612000" y="8280000"/>
            <a:ext cx="6120000" cy="0"/>
          </a:xfrm>
          <a:prstGeom prst="line">
            <a:avLst/>
          </a:prstGeom>
          <a:noFill/>
          <a:ln w="10160">
            <a:solidFill>
              <a:srgbClr val="67067C"/>
            </a:solidFill>
            <a:prstDash val="solid"/>
          </a:ln>
        </p:spPr>
      </p:sp>
      <p:sp>
        <p:nvSpPr>
          <p:cNvPr id="164" name="Text 16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5" name="Text 16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6"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7" name="Text 16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8"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9" name="Text 16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70"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71" name="Text 16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72"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73" name="Text 16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4"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5" name="Text 16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6"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7" name="Text 16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8"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9" name="Text 17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80" name="Text 17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81" name="Text 17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82" name="Text 17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42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08982"/>
            <a:ext cx="0" cy="259440"/>
          </a:xfrm>
          <a:prstGeom prst="line">
            <a:avLst/>
          </a:prstGeom>
          <a:noFill/>
          <a:ln w="17780">
            <a:solidFill>
              <a:srgbClr val="67067C"/>
            </a:solidFill>
            <a:prstDash val="solid"/>
          </a:ln>
        </p:spPr>
      </p:sp>
      <p:sp>
        <p:nvSpPr>
          <p:cNvPr id="22" name="Text 15"/>
          <p:cNvSpPr/>
          <p:nvPr/>
        </p:nvSpPr>
        <p:spPr>
          <a:xfrm>
            <a:off x="720000" y="670898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124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60022"/>
            <a:ext cx="6120000" cy="861252"/>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605996"/>
            <a:ext cx="573246"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aux lèvres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497268"/>
          </a:xfrm>
          <a:prstGeom prst="line">
            <a:avLst/>
          </a:prstGeom>
          <a:noFill/>
          <a:ln w="17780">
            <a:solidFill>
              <a:srgbClr val="67067C"/>
            </a:solidFill>
            <a:prstDash val="solid"/>
          </a:ln>
        </p:spPr>
      </p:sp>
      <p:sp>
        <p:nvSpPr>
          <p:cNvPr id="22" name="Text 15"/>
          <p:cNvSpPr/>
          <p:nvPr/>
        </p:nvSpPr>
        <p:spPr>
          <a:xfrm>
            <a:off x="720000" y="643156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300 cols.</a:t>
            </a:r>
            <a:endParaRPr lang="en-US" sz="1050" dirty="0"/>
          </a:p>
        </p:txBody>
      </p:sp>
      <p:sp>
        <p:nvSpPr>
          <p:cNvPr id="23" name="Text 16"/>
          <p:cNvSpPr/>
          <p:nvPr/>
        </p:nvSpPr>
        <p:spPr>
          <a:xfrm>
            <a:off x="612000" y="70728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20434"/>
            <a:ext cx="6120000" cy="90084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0307"/>
            <a:ext cx="0" cy="497268"/>
          </a:xfrm>
          <a:prstGeom prst="line">
            <a:avLst/>
          </a:prstGeom>
          <a:noFill/>
          <a:ln w="17780">
            <a:solidFill>
              <a:srgbClr val="67067C"/>
            </a:solidFill>
            <a:prstDash val="solid"/>
          </a:ln>
        </p:spPr>
      </p:sp>
      <p:sp>
        <p:nvSpPr>
          <p:cNvPr id="22" name="Text 15"/>
          <p:cNvSpPr/>
          <p:nvPr/>
        </p:nvSpPr>
        <p:spPr>
          <a:xfrm>
            <a:off x="936000" y="5880307"/>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a:t>
            </a:r>
            <a:endParaRPr lang="en-US" sz="1050" dirty="0"/>
          </a:p>
        </p:txBody>
      </p:sp>
      <p:sp>
        <p:nvSpPr>
          <p:cNvPr id="23" name="Text 16"/>
          <p:cNvSpPr/>
          <p:nvPr/>
        </p:nvSpPr>
        <p:spPr>
          <a:xfrm>
            <a:off x="828000" y="65215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669175"/>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322000"/>
                <a:gridCol w="612000"/>
                <a:gridCol w="576000"/>
                <a:gridCol w="594000"/>
                <a:gridCol w="594000"/>
                <a:gridCol w="594000"/>
                <a:gridCol w="59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816757"/>
            <a:ext cx="0" cy="497268"/>
          </a:xfrm>
          <a:prstGeom prst="line">
            <a:avLst/>
          </a:prstGeom>
          <a:noFill/>
          <a:ln w="17780">
            <a:solidFill>
              <a:srgbClr val="67067C"/>
            </a:solidFill>
            <a:prstDash val="solid"/>
          </a:ln>
        </p:spPr>
      </p:sp>
      <p:sp>
        <p:nvSpPr>
          <p:cNvPr id="22" name="Text 15"/>
          <p:cNvSpPr/>
          <p:nvPr/>
        </p:nvSpPr>
        <p:spPr>
          <a:xfrm>
            <a:off x="720000" y="5816757"/>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3" name="Text 16"/>
          <p:cNvSpPr/>
          <p:nvPr/>
        </p:nvSpPr>
        <p:spPr>
          <a:xfrm>
            <a:off x="612000" y="645802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60562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46983"/>
            <a:ext cx="0" cy="497268"/>
          </a:xfrm>
          <a:prstGeom prst="line">
            <a:avLst/>
          </a:prstGeom>
          <a:noFill/>
          <a:ln w="17780">
            <a:solidFill>
              <a:srgbClr val="67067C"/>
            </a:solidFill>
            <a:prstDash val="solid"/>
          </a:ln>
        </p:spPr>
      </p:sp>
      <p:sp>
        <p:nvSpPr>
          <p:cNvPr id="24" name="Text 17"/>
          <p:cNvSpPr/>
          <p:nvPr/>
        </p:nvSpPr>
        <p:spPr>
          <a:xfrm>
            <a:off x="936000" y="7146983"/>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120 cols.</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13311"/>
            <a:ext cx="0" cy="497268"/>
          </a:xfrm>
          <a:prstGeom prst="line">
            <a:avLst/>
          </a:prstGeom>
          <a:noFill/>
          <a:ln w="17780">
            <a:solidFill>
              <a:srgbClr val="67067C"/>
            </a:solidFill>
            <a:prstDash val="solid"/>
          </a:ln>
        </p:spPr>
      </p:sp>
      <p:sp>
        <p:nvSpPr>
          <p:cNvPr id="22" name="Text 15"/>
          <p:cNvSpPr/>
          <p:nvPr/>
        </p:nvSpPr>
        <p:spPr>
          <a:xfrm>
            <a:off x="936000" y="6813311"/>
            <a:ext cx="6012000" cy="497268"/>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4803" y="1605996"/>
            <a:ext cx="58239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22909"/>
            <a:ext cx="0" cy="497268"/>
          </a:xfrm>
          <a:prstGeom prst="line">
            <a:avLst/>
          </a:prstGeom>
          <a:noFill/>
          <a:ln w="17780">
            <a:solidFill>
              <a:srgbClr val="67067C"/>
            </a:solidFill>
            <a:prstDash val="solid"/>
          </a:ln>
        </p:spPr>
      </p:sp>
      <p:sp>
        <p:nvSpPr>
          <p:cNvPr id="24" name="Text 17"/>
          <p:cNvSpPr/>
          <p:nvPr/>
        </p:nvSpPr>
        <p:spPr>
          <a:xfrm>
            <a:off x="936000" y="622290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5" name="Text 18"/>
          <p:cNvSpPr/>
          <p:nvPr/>
        </p:nvSpPr>
        <p:spPr>
          <a:xfrm>
            <a:off x="828000" y="686417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7011777"/>
            <a:ext cx="6120000" cy="1109497"/>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500325"/>
            <a:ext cx="0" cy="497268"/>
          </a:xfrm>
          <a:prstGeom prst="line">
            <a:avLst/>
          </a:prstGeom>
          <a:noFill/>
          <a:ln w="17780">
            <a:solidFill>
              <a:srgbClr val="67067C"/>
            </a:solidFill>
            <a:prstDash val="solid"/>
          </a:ln>
        </p:spPr>
      </p:sp>
      <p:sp>
        <p:nvSpPr>
          <p:cNvPr id="24" name="Text 17"/>
          <p:cNvSpPr/>
          <p:nvPr/>
        </p:nvSpPr>
        <p:spPr>
          <a:xfrm>
            <a:off x="720000" y="650032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541896"/>
            <a:ext cx="0" cy="497268"/>
          </a:xfrm>
          <a:prstGeom prst="line">
            <a:avLst/>
          </a:prstGeom>
          <a:noFill/>
          <a:ln w="17780">
            <a:solidFill>
              <a:srgbClr val="67067C"/>
            </a:solidFill>
            <a:prstDash val="solid"/>
          </a:ln>
        </p:spPr>
      </p:sp>
      <p:sp>
        <p:nvSpPr>
          <p:cNvPr id="19" name="Text 13"/>
          <p:cNvSpPr/>
          <p:nvPr/>
        </p:nvSpPr>
        <p:spPr>
          <a:xfrm>
            <a:off x="936000" y="454189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0" name="Text 14"/>
          <p:cNvSpPr/>
          <p:nvPr/>
        </p:nvSpPr>
        <p:spPr>
          <a:xfrm>
            <a:off x="828000" y="51831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330763"/>
            <a:ext cx="6120000" cy="1383310"/>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49376"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 vins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Shape 12"/>
          <p:cNvSpPr/>
          <p:nvPr/>
        </p:nvSpPr>
        <p:spPr>
          <a:xfrm>
            <a:off x="612000" y="4851905"/>
            <a:ext cx="0" cy="497268"/>
          </a:xfrm>
          <a:prstGeom prst="line">
            <a:avLst/>
          </a:prstGeom>
          <a:noFill/>
          <a:ln w="17780">
            <a:solidFill>
              <a:srgbClr val="67067C"/>
            </a:solidFill>
            <a:prstDash val="solid"/>
          </a:ln>
        </p:spPr>
      </p:sp>
      <p:sp>
        <p:nvSpPr>
          <p:cNvPr id="19" name="Text 13"/>
          <p:cNvSpPr/>
          <p:nvPr/>
        </p:nvSpPr>
        <p:spPr>
          <a:xfrm>
            <a:off x="720000" y="485190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0" name="Text 14"/>
          <p:cNvSpPr/>
          <p:nvPr/>
        </p:nvSpPr>
        <p:spPr>
          <a:xfrm>
            <a:off x="612000" y="54931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640772"/>
            <a:ext cx="6120000" cy="1197304"/>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 Gamay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64618"/>
            <a:ext cx="0" cy="259440"/>
          </a:xfrm>
          <a:prstGeom prst="line">
            <a:avLst/>
          </a:prstGeom>
          <a:noFill/>
          <a:ln w="17780">
            <a:solidFill>
              <a:srgbClr val="67067C"/>
            </a:solidFill>
            <a:prstDash val="solid"/>
          </a:ln>
        </p:spPr>
      </p:sp>
      <p:sp>
        <p:nvSpPr>
          <p:cNvPr id="22" name="Text 15"/>
          <p:cNvSpPr/>
          <p:nvPr/>
        </p:nvSpPr>
        <p:spPr>
          <a:xfrm>
            <a:off x="936000" y="53646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6805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15658"/>
            <a:ext cx="6120000" cy="131473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00982"/>
            <a:ext cx="0" cy="497268"/>
          </a:xfrm>
          <a:prstGeom prst="line">
            <a:avLst/>
          </a:prstGeom>
          <a:noFill/>
          <a:ln w="17780">
            <a:solidFill>
              <a:srgbClr val="67067C"/>
            </a:solidFill>
            <a:prstDash val="solid"/>
          </a:ln>
        </p:spPr>
      </p:sp>
      <p:sp>
        <p:nvSpPr>
          <p:cNvPr id="22" name="Text 15"/>
          <p:cNvSpPr/>
          <p:nvPr/>
        </p:nvSpPr>
        <p:spPr>
          <a:xfrm>
            <a:off x="936000" y="5800982"/>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828000" y="64422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589849"/>
            <a:ext cx="6120000" cy="106083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72941"/>
            <a:ext cx="0" cy="497268"/>
          </a:xfrm>
          <a:prstGeom prst="line">
            <a:avLst/>
          </a:prstGeom>
          <a:noFill/>
          <a:ln w="17780">
            <a:solidFill>
              <a:srgbClr val="67067C"/>
            </a:solidFill>
            <a:prstDash val="solid"/>
          </a:ln>
        </p:spPr>
      </p:sp>
      <p:sp>
        <p:nvSpPr>
          <p:cNvPr id="22" name="Text 15"/>
          <p:cNvSpPr/>
          <p:nvPr/>
        </p:nvSpPr>
        <p:spPr>
          <a:xfrm>
            <a:off x="720000" y="6472941"/>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750255"/>
            <a:ext cx="0" cy="497268"/>
          </a:xfrm>
          <a:prstGeom prst="line">
            <a:avLst/>
          </a:prstGeom>
          <a:noFill/>
          <a:ln w="17780">
            <a:solidFill>
              <a:srgbClr val="67067C"/>
            </a:solidFill>
            <a:prstDash val="solid"/>
          </a:ln>
        </p:spPr>
      </p:sp>
      <p:sp>
        <p:nvSpPr>
          <p:cNvPr id="22" name="Text 15"/>
          <p:cNvSpPr/>
          <p:nvPr/>
        </p:nvSpPr>
        <p:spPr>
          <a:xfrm>
            <a:off x="936000" y="475025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828000" y="53915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539123"/>
            <a:ext cx="6120000" cy="1258294"/>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370273"/>
            <a:ext cx="0" cy="497268"/>
          </a:xfrm>
          <a:prstGeom prst="line">
            <a:avLst/>
          </a:prstGeom>
          <a:noFill/>
          <a:ln w="17780">
            <a:solidFill>
              <a:srgbClr val="67067C"/>
            </a:solidFill>
            <a:prstDash val="solid"/>
          </a:ln>
        </p:spPr>
      </p:sp>
      <p:sp>
        <p:nvSpPr>
          <p:cNvPr id="22" name="Text 15"/>
          <p:cNvSpPr/>
          <p:nvPr/>
        </p:nvSpPr>
        <p:spPr>
          <a:xfrm>
            <a:off x="720000" y="5370273"/>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612000" y="601154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159141"/>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209557" y="1605996"/>
            <a:ext cx="612885"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007"/>
            <a:ext cx="0" cy="259440"/>
          </a:xfrm>
          <a:prstGeom prst="line">
            <a:avLst/>
          </a:prstGeom>
          <a:noFill/>
          <a:ln w="17780">
            <a:solidFill>
              <a:srgbClr val="67067C"/>
            </a:solidFill>
            <a:prstDash val="solid"/>
          </a:ln>
        </p:spPr>
      </p:sp>
      <p:sp>
        <p:nvSpPr>
          <p:cNvPr id="22" name="Text 15"/>
          <p:cNvSpPr/>
          <p:nvPr/>
        </p:nvSpPr>
        <p:spPr>
          <a:xfrm>
            <a:off x="936000" y="74360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0541" y="1605996"/>
            <a:ext cx="490918"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497268"/>
          </a:xfrm>
          <a:prstGeom prst="line">
            <a:avLst/>
          </a:prstGeom>
          <a:noFill/>
          <a:ln w="17780">
            <a:solidFill>
              <a:srgbClr val="67067C"/>
            </a:solidFill>
            <a:prstDash val="solid"/>
          </a:ln>
        </p:spPr>
      </p:sp>
      <p:sp>
        <p:nvSpPr>
          <p:cNvPr id="24" name="Text 17"/>
          <p:cNvSpPr/>
          <p:nvPr/>
        </p:nvSpPr>
        <p:spPr>
          <a:xfrm>
            <a:off x="936000" y="619626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5" name="Text 18"/>
          <p:cNvSpPr/>
          <p:nvPr/>
        </p:nvSpPr>
        <p:spPr>
          <a:xfrm>
            <a:off x="828000" y="683753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985137"/>
            <a:ext cx="6120000" cy="113613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 dès 200 cols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 dès 250 cols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497268"/>
          </a:xfrm>
          <a:prstGeom prst="line">
            <a:avLst/>
          </a:prstGeom>
          <a:noFill/>
          <a:ln w="17780">
            <a:solidFill>
              <a:srgbClr val="67067C"/>
            </a:solidFill>
            <a:prstDash val="solid"/>
          </a:ln>
        </p:spPr>
      </p:sp>
      <p:sp>
        <p:nvSpPr>
          <p:cNvPr id="24" name="Text 17"/>
          <p:cNvSpPr/>
          <p:nvPr/>
        </p:nvSpPr>
        <p:spPr>
          <a:xfrm>
            <a:off x="720000" y="661030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300 cols.</a:t>
            </a:r>
            <a:endParaRPr lang="en-US" sz="1050" dirty="0"/>
          </a:p>
        </p:txBody>
      </p:sp>
      <p:sp>
        <p:nvSpPr>
          <p:cNvPr id="25" name="Text 18"/>
          <p:cNvSpPr/>
          <p:nvPr/>
        </p:nvSpPr>
        <p:spPr>
          <a:xfrm>
            <a:off x="612000" y="725157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399177"/>
            <a:ext cx="6120000" cy="722098"/>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497268"/>
          </a:xfrm>
          <a:prstGeom prst="line">
            <a:avLst/>
          </a:prstGeom>
          <a:noFill/>
          <a:ln w="17780">
            <a:solidFill>
              <a:srgbClr val="67067C"/>
            </a:solidFill>
            <a:prstDash val="solid"/>
          </a:ln>
        </p:spPr>
      </p:sp>
      <p:sp>
        <p:nvSpPr>
          <p:cNvPr id="22" name="Text 15"/>
          <p:cNvSpPr/>
          <p:nvPr/>
        </p:nvSpPr>
        <p:spPr>
          <a:xfrm>
            <a:off x="720000" y="643156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42 cols.</a:t>
            </a:r>
            <a:endParaRPr lang="en-US" sz="1050" dirty="0"/>
          </a:p>
        </p:txBody>
      </p:sp>
      <p:sp>
        <p:nvSpPr>
          <p:cNvPr id="23" name="Text 16"/>
          <p:cNvSpPr/>
          <p:nvPr/>
        </p:nvSpPr>
        <p:spPr>
          <a:xfrm>
            <a:off x="612000" y="70728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7220434"/>
            <a:ext cx="6120000" cy="90084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497268"/>
          </a:xfrm>
          <a:prstGeom prst="line">
            <a:avLst/>
          </a:prstGeom>
          <a:noFill/>
          <a:ln w="17780">
            <a:solidFill>
              <a:srgbClr val="67067C"/>
            </a:solidFill>
            <a:prstDash val="solid"/>
          </a:ln>
        </p:spPr>
      </p:sp>
      <p:sp>
        <p:nvSpPr>
          <p:cNvPr id="22" name="Text 15"/>
          <p:cNvSpPr/>
          <p:nvPr/>
        </p:nvSpPr>
        <p:spPr>
          <a:xfrm>
            <a:off x="936000" y="519153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120 cols, en général 11+1, selon le volume.</a:t>
            </a:r>
            <a:endParaRPr lang="en-US" sz="1050" dirty="0"/>
          </a:p>
        </p:txBody>
      </p:sp>
      <p:sp>
        <p:nvSpPr>
          <p:cNvPr id="23" name="Text 16"/>
          <p:cNvSpPr/>
          <p:nvPr/>
        </p:nvSpPr>
        <p:spPr>
          <a:xfrm>
            <a:off x="828000" y="583279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980398"/>
            <a:ext cx="6120000" cy="127588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L’inopiné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86260"/>
            <a:ext cx="0" cy="497268"/>
          </a:xfrm>
          <a:prstGeom prst="line">
            <a:avLst/>
          </a:prstGeom>
          <a:noFill/>
          <a:ln w="17780">
            <a:solidFill>
              <a:srgbClr val="67067C"/>
            </a:solidFill>
            <a:prstDash val="solid"/>
          </a:ln>
        </p:spPr>
      </p:sp>
      <p:sp>
        <p:nvSpPr>
          <p:cNvPr id="22" name="Text 15"/>
          <p:cNvSpPr/>
          <p:nvPr/>
        </p:nvSpPr>
        <p:spPr>
          <a:xfrm>
            <a:off x="720000" y="588626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possible en fonction du volume.</a:t>
            </a:r>
            <a:endParaRPr lang="en-US" sz="1050" dirty="0"/>
          </a:p>
        </p:txBody>
      </p:sp>
      <p:sp>
        <p:nvSpPr>
          <p:cNvPr id="23" name="Text 16"/>
          <p:cNvSpPr/>
          <p:nvPr/>
        </p:nvSpPr>
        <p:spPr>
          <a:xfrm>
            <a:off x="612000" y="652752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675128"/>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497268"/>
          </a:xfrm>
          <a:prstGeom prst="line">
            <a:avLst/>
          </a:prstGeom>
          <a:noFill/>
          <a:ln w="17780">
            <a:solidFill>
              <a:srgbClr val="67067C"/>
            </a:solidFill>
            <a:prstDash val="solid"/>
          </a:ln>
        </p:spPr>
      </p:sp>
      <p:sp>
        <p:nvSpPr>
          <p:cNvPr id="22" name="Text 15"/>
          <p:cNvSpPr/>
          <p:nvPr/>
        </p:nvSpPr>
        <p:spPr>
          <a:xfrm>
            <a:off x="936000" y="519153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possible à étudier en fonction du volume et de la référence.</a:t>
            </a:r>
            <a:endParaRPr lang="en-US" sz="1050" dirty="0"/>
          </a:p>
        </p:txBody>
      </p:sp>
      <p:sp>
        <p:nvSpPr>
          <p:cNvPr id="23" name="Text 16"/>
          <p:cNvSpPr/>
          <p:nvPr/>
        </p:nvSpPr>
        <p:spPr>
          <a:xfrm>
            <a:off x="828000" y="583279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980398"/>
            <a:ext cx="6120000" cy="127588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497268"/>
          </a:xfrm>
          <a:prstGeom prst="line">
            <a:avLst/>
          </a:prstGeom>
          <a:noFill/>
          <a:ln w="17780">
            <a:solidFill>
              <a:srgbClr val="67067C"/>
            </a:solidFill>
            <a:prstDash val="solid"/>
          </a:ln>
        </p:spPr>
      </p:sp>
      <p:sp>
        <p:nvSpPr>
          <p:cNvPr id="22" name="Text 15"/>
          <p:cNvSpPr/>
          <p:nvPr/>
        </p:nvSpPr>
        <p:spPr>
          <a:xfrm>
            <a:off x="936000" y="743630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en fonction du volume.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 disponible en décembre 2026</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 disponible en décembre 2026</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83260"/>
            <a:ext cx="0" cy="259440"/>
          </a:xfrm>
          <a:prstGeom prst="line">
            <a:avLst/>
          </a:prstGeom>
          <a:noFill/>
          <a:ln w="17780">
            <a:solidFill>
              <a:srgbClr val="67067C"/>
            </a:solidFill>
            <a:prstDash val="solid"/>
          </a:ln>
        </p:spPr>
      </p:sp>
      <p:sp>
        <p:nvSpPr>
          <p:cNvPr id="22" name="Text 15"/>
          <p:cNvSpPr/>
          <p:nvPr/>
        </p:nvSpPr>
        <p:spPr>
          <a:xfrm>
            <a:off x="936000" y="6883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4969330"/>
            <a:ext cx="0" cy="259440"/>
          </a:xfrm>
          <a:prstGeom prst="line">
            <a:avLst/>
          </a:prstGeom>
          <a:noFill/>
          <a:ln w="17780">
            <a:solidFill>
              <a:srgbClr val="67067C"/>
            </a:solidFill>
            <a:prstDash val="solid"/>
          </a:ln>
        </p:spPr>
      </p:sp>
      <p:sp>
        <p:nvSpPr>
          <p:cNvPr id="22" name="Text 15"/>
          <p:cNvSpPr/>
          <p:nvPr/>
        </p:nvSpPr>
        <p:spPr>
          <a:xfrm>
            <a:off x="720000" y="49693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37277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5520370"/>
            <a:ext cx="6120000" cy="1343841"/>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497268"/>
          </a:xfrm>
          <a:prstGeom prst="line">
            <a:avLst/>
          </a:prstGeom>
          <a:noFill/>
          <a:ln w="17780">
            <a:solidFill>
              <a:srgbClr val="67067C"/>
            </a:solidFill>
            <a:prstDash val="solid"/>
          </a:ln>
        </p:spPr>
      </p:sp>
      <p:sp>
        <p:nvSpPr>
          <p:cNvPr id="22" name="Text 15"/>
          <p:cNvSpPr/>
          <p:nvPr/>
        </p:nvSpPr>
        <p:spPr>
          <a:xfrm>
            <a:off x="936000" y="5811548"/>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180 cols.</a:t>
            </a:r>
            <a:endParaRPr lang="en-US" sz="1050" dirty="0"/>
          </a:p>
        </p:txBody>
      </p:sp>
      <p:sp>
        <p:nvSpPr>
          <p:cNvPr id="23" name="Text 16"/>
          <p:cNvSpPr/>
          <p:nvPr/>
        </p:nvSpPr>
        <p:spPr>
          <a:xfrm>
            <a:off x="828000" y="645281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600416"/>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741575"/>
            <a:ext cx="0" cy="497268"/>
          </a:xfrm>
          <a:prstGeom prst="line">
            <a:avLst/>
          </a:prstGeom>
          <a:noFill/>
          <a:ln w="17780">
            <a:solidFill>
              <a:srgbClr val="67067C"/>
            </a:solidFill>
            <a:prstDash val="solid"/>
          </a:ln>
        </p:spPr>
      </p:sp>
      <p:sp>
        <p:nvSpPr>
          <p:cNvPr id="22" name="Text 15"/>
          <p:cNvSpPr/>
          <p:nvPr/>
        </p:nvSpPr>
        <p:spPr>
          <a:xfrm>
            <a:off x="720000" y="674157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180 cols.</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36,83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5712727"/>
            <a:ext cx="0" cy="259440"/>
          </a:xfrm>
          <a:prstGeom prst="line">
            <a:avLst/>
          </a:prstGeom>
          <a:noFill/>
          <a:ln w="17780">
            <a:solidFill>
              <a:srgbClr val="67067C"/>
            </a:solidFill>
            <a:prstDash val="solid"/>
          </a:ln>
        </p:spPr>
      </p:sp>
      <p:sp>
        <p:nvSpPr>
          <p:cNvPr id="24" name="Text 17"/>
          <p:cNvSpPr/>
          <p:nvPr/>
        </p:nvSpPr>
        <p:spPr>
          <a:xfrm>
            <a:off x="936000" y="571272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11616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263767"/>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gridSpan="3">
                  <a:txBody>
                    <a:bodyPr/>
                    <a:lstStyle/>
                    <a:p>
                      <a:pPr algn="ctr" indent="0" marL="0">
                        <a:buNone/>
                      </a:pPr>
                      <a:r>
                        <a:rPr lang="en-US" sz="1000" b="1" dirty="0">
                          <a:solidFill>
                            <a:srgbClr val="2A3942"/>
                          </a:solidFill>
                          <a:latin typeface="IBM Plex Sans" pitchFamily="34" charset="0"/>
                          <a:ea typeface="IBM Plex Sans" pitchFamily="34" charset="-122"/>
                          <a:cs typeface="IBM Plex Sans" pitchFamily="34" charset="-120"/>
                        </a:rPr>
                        <a:t>58,00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hMerge="1">
                  <a:tcPr/>
                </a:tc>
                <a:tc hMerge="1">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642754"/>
            <a:ext cx="0" cy="497268"/>
          </a:xfrm>
          <a:prstGeom prst="line">
            <a:avLst/>
          </a:prstGeom>
          <a:noFill/>
          <a:ln w="17780">
            <a:solidFill>
              <a:srgbClr val="67067C"/>
            </a:solidFill>
            <a:prstDash val="solid"/>
          </a:ln>
        </p:spPr>
      </p:sp>
      <p:sp>
        <p:nvSpPr>
          <p:cNvPr id="22" name="Text 15"/>
          <p:cNvSpPr/>
          <p:nvPr/>
        </p:nvSpPr>
        <p:spPr>
          <a:xfrm>
            <a:off x="720000" y="6642754"/>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3" name="Text 16"/>
          <p:cNvSpPr/>
          <p:nvPr/>
        </p:nvSpPr>
        <p:spPr>
          <a:xfrm>
            <a:off x="612000" y="72840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7431621"/>
            <a:ext cx="6120000" cy="689653"/>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506278"/>
            <a:ext cx="0" cy="259440"/>
          </a:xfrm>
          <a:prstGeom prst="line">
            <a:avLst/>
          </a:prstGeom>
          <a:noFill/>
          <a:ln w="17780">
            <a:solidFill>
              <a:srgbClr val="67067C"/>
            </a:solidFill>
            <a:prstDash val="solid"/>
          </a:ln>
        </p:spPr>
      </p:sp>
      <p:sp>
        <p:nvSpPr>
          <p:cNvPr id="22" name="Text 15"/>
          <p:cNvSpPr/>
          <p:nvPr/>
        </p:nvSpPr>
        <p:spPr>
          <a:xfrm>
            <a:off x="936000" y="650627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90971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7057318"/>
            <a:ext cx="6120000" cy="10639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 Gamay Demi-Sec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  Magnum 1,5 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  Magnum 1,5 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2023</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Passe-Tout-Grains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 disponible en décembre 2026</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  2022</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  2018</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Magnum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 disponible en décembre 2026</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9" name="Text 27"/>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L’inopiné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0" name="Text 28"/>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1" name="Text 29"/>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3" name="Text 31"/>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34" name="Text 32"/>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5" name="Text 33"/>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6" name="Text 34"/>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7" name="Text 35"/>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8" name="Text 36"/>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9" name="Text 37"/>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0" name="Text 38"/>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1" name="Text 39"/>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2" name="Text 40"/>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3" name="Text 41"/>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44" name="Text 42"/>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5" name="Text 43"/>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6" name="Text 44"/>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7" name="Text 45"/>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9" name="Text 47"/>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0" name="Text 48"/>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1" name="Text 49"/>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2" name="Text 50"/>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3" name="Text 51"/>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4" name="Text 52"/>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5" name="Text 53"/>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6" name="Text 54"/>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7" name="Text 55"/>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8" name="Text 56"/>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9" name="Text 57"/>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aux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62" name="Text 60"/>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3" name="Text 61"/>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4" name="Text 62"/>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5" name="Text 63"/>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66" name="Text 64"/>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7" name="Text 65"/>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8" name="Text 66"/>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9" name="Text 67"/>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0" name="Text 68"/>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1" name="Text 69"/>
          <p:cNvSpPr/>
          <p:nvPr/>
        </p:nvSpPr>
        <p:spPr>
          <a:xfrm>
            <a:off x="4908000" y="243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2" name="Text 70"/>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3" name="Text 71"/>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4" name="Text 72"/>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6" name="Text 74"/>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7" name="Text 75"/>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37,5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8" name="Text 76"/>
          <p:cNvSpPr/>
          <p:nvPr/>
        </p:nvSpPr>
        <p:spPr>
          <a:xfrm>
            <a:off x="4908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79" name="Text 77"/>
          <p:cNvSpPr/>
          <p:nvPr/>
        </p:nvSpPr>
        <p:spPr>
          <a:xfrm>
            <a:off x="490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0" name="Text 78"/>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1" name="Text 79"/>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2" name="Text 80"/>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3" name="Text 8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84" name="Text 8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2026-10-03T12:10:47Z</dcterms:created>
  <dcterms:modified xsi:type="dcterms:W3CDTF">2026-10-03T12:10:47Z</dcterms:modified>
</cp:coreProperties>
</file>