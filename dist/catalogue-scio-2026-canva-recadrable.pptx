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jp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jp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jp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jp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jp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jp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1.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jp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slideLayout" Target="../slideLayouts/slideLayout1.xml"/><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jp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jp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1.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48</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49</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50</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52</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54</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56</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57</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58</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59</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62</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63</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65</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66</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biobiodyn.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4453062" y="8559000"/>
            <a:ext cx="108000" cy="108000"/>
          </a:xfrm>
          <a:prstGeom prst="rect">
            <a:avLst/>
          </a:prstGeom>
        </p:spPr>
      </p:pic>
      <p:sp>
        <p:nvSpPr>
          <p:cNvPr id="205" name="Text 198"/>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6" name="Image 5" descr="/home/user/philippe1/build/deco-catalogue-scio-2026/label-hve.png">    </p:cNvPr>
          <p:cNvPicPr>
            <a:picLocks noChangeAspect="1"/>
          </p:cNvPicPr>
          <p:nvPr/>
        </p:nvPicPr>
        <p:blipFill>
          <a:blip r:embed="rId6"/>
          <a:stretch>
            <a:fillRect/>
          </a:stretch>
        </p:blipFill>
        <p:spPr>
          <a:xfrm>
            <a:off x="4941130" y="8559000"/>
            <a:ext cx="108000" cy="108000"/>
          </a:xfrm>
          <a:prstGeom prst="rect">
            <a:avLst/>
          </a:prstGeom>
        </p:spPr>
      </p:pic>
      <p:sp>
        <p:nvSpPr>
          <p:cNvPr id="207" name="Text 199"/>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8" name="Image 6" descr="/home/user/philippe1/build/deco-catalogue-scio-2026/label-raisonnee.png">    </p:cNvPr>
          <p:cNvPicPr>
            <a:picLocks noChangeAspect="1"/>
          </p:cNvPicPr>
          <p:nvPr/>
        </p:nvPicPr>
        <p:blipFill>
          <a:blip r:embed="rId7"/>
          <a:stretch>
            <a:fillRect/>
          </a:stretch>
        </p:blipFill>
        <p:spPr>
          <a:xfrm>
            <a:off x="5507765" y="8559000"/>
            <a:ext cx="108000" cy="108000"/>
          </a:xfrm>
          <a:prstGeom prst="rect">
            <a:avLst/>
          </a:prstGeom>
        </p:spPr>
      </p:pic>
      <p:sp>
        <p:nvSpPr>
          <p:cNvPr id="209" name="Text 200"/>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0" name="Image 7" descr="/home/user/philippe1/build/deco-catalogue-scio-2026/label-iso.png">    </p:cNvPr>
          <p:cNvPicPr>
            <a:picLocks noChangeAspect="1"/>
          </p:cNvPicPr>
          <p:nvPr/>
        </p:nvPicPr>
        <p:blipFill>
          <a:blip r:embed="rId8"/>
          <a:stretch>
            <a:fillRect/>
          </a:stretch>
        </p:blipFill>
        <p:spPr>
          <a:xfrm>
            <a:off x="6722580" y="8559000"/>
            <a:ext cx="108000" cy="108000"/>
          </a:xfrm>
          <a:prstGeom prst="rect">
            <a:avLst/>
          </a:prstGeom>
        </p:spPr>
      </p:pic>
      <p:sp>
        <p:nvSpPr>
          <p:cNvPr id="211" name="Text 201"/>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2" name="Text 202"/>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3" name="Text 20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4" name="Text 20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612000" y="13572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5992033" y="1357200"/>
            <a:ext cx="615934" cy="2232000"/>
          </a:xfrm>
          <a:prstGeom prst="rect">
            <a:avLst/>
          </a:prstGeom>
        </p:spPr>
      </p:pic>
      <p:sp>
        <p:nvSpPr>
          <p:cNvPr id="16" name="Text 10"/>
          <p:cNvSpPr/>
          <p:nvPr/>
        </p:nvSpPr>
        <p:spPr>
          <a:xfrm>
            <a:off x="2177967" y="1261763"/>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232000" y="1404528"/>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225126"/>
            <a:ext cx="0" cy="288349"/>
          </a:xfrm>
          <a:prstGeom prst="line">
            <a:avLst/>
          </a:prstGeom>
          <a:noFill/>
          <a:ln w="17780">
            <a:solidFill>
              <a:srgbClr val="67067C"/>
            </a:solidFill>
            <a:prstDash val="solid"/>
          </a:ln>
        </p:spPr>
      </p:sp>
      <p:sp>
        <p:nvSpPr>
          <p:cNvPr id="20" name="Text 13"/>
          <p:cNvSpPr/>
          <p:nvPr/>
        </p:nvSpPr>
        <p:spPr>
          <a:xfrm>
            <a:off x="720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3936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03762"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037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568436"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684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828000" y="13572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229377" y="1357200"/>
            <a:ext cx="573246" cy="2232000"/>
          </a:xfrm>
          <a:prstGeom prst="rect">
            <a:avLst/>
          </a:prstGeom>
        </p:spPr>
      </p:pic>
      <p:sp>
        <p:nvSpPr>
          <p:cNvPr id="18" name="Text 12"/>
          <p:cNvSpPr/>
          <p:nvPr/>
        </p:nvSpPr>
        <p:spPr>
          <a:xfrm>
            <a:off x="2393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933250"/>
            <a:ext cx="0" cy="288349"/>
          </a:xfrm>
          <a:prstGeom prst="line">
            <a:avLst/>
          </a:prstGeom>
          <a:noFill/>
          <a:ln w="17780">
            <a:solidFill>
              <a:srgbClr val="67067C"/>
            </a:solidFill>
            <a:prstDash val="solid"/>
          </a:ln>
        </p:spPr>
      </p:sp>
      <p:sp>
        <p:nvSpPr>
          <p:cNvPr id="22" name="Text 15"/>
          <p:cNvSpPr/>
          <p:nvPr/>
        </p:nvSpPr>
        <p:spPr>
          <a:xfrm>
            <a:off x="936000" y="79332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612000" y="13572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8005" y="1483976"/>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232000" y="1610077"/>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4" descr="/home/user/philippe1/build/deco-catalogue-scio-2026/sol-loire.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4808232"/>
            <a:ext cx="0" cy="288349"/>
          </a:xfrm>
          <a:prstGeom prst="line">
            <a:avLst/>
          </a:prstGeom>
          <a:noFill/>
          <a:ln w="17780">
            <a:solidFill>
              <a:srgbClr val="67067C"/>
            </a:solidFill>
            <a:prstDash val="solid"/>
          </a:ln>
        </p:spPr>
      </p:sp>
      <p:sp>
        <p:nvSpPr>
          <p:cNvPr id="17" name="Text 11"/>
          <p:cNvSpPr/>
          <p:nvPr/>
        </p:nvSpPr>
        <p:spPr>
          <a:xfrm>
            <a:off x="936000" y="480823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52405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2" descr="/home/user/philippe1/build/deco-catalogue-scio-2026/sol-loire.png">    </p:cNvPr>
          <p:cNvPicPr>
            <a:picLocks noChangeAspect="1"/>
          </p:cNvPicPr>
          <p:nvPr/>
        </p:nvPicPr>
        <p:blipFill>
          <a:blip r:embed="rId3"/>
          <a:stretch>
            <a:fillRect/>
          </a:stretch>
        </p:blipFill>
        <p:spPr>
          <a:xfrm>
            <a:off x="828000" y="5388182"/>
            <a:ext cx="6120000" cy="1455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3572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7965" y="1477539"/>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614506"/>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609847"/>
            <a:ext cx="0" cy="288349"/>
          </a:xfrm>
          <a:prstGeom prst="line">
            <a:avLst/>
          </a:prstGeom>
          <a:noFill/>
          <a:ln w="17780">
            <a:solidFill>
              <a:srgbClr val="67067C"/>
            </a:solidFill>
            <a:prstDash val="solid"/>
          </a:ln>
        </p:spPr>
      </p:sp>
      <p:sp>
        <p:nvSpPr>
          <p:cNvPr id="20" name="Text 13"/>
          <p:cNvSpPr/>
          <p:nvPr/>
        </p:nvSpPr>
        <p:spPr>
          <a:xfrm>
            <a:off x="720000" y="76098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3572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357200"/>
            <a:ext cx="603738" cy="2232000"/>
          </a:xfrm>
          <a:prstGeom prst="rect">
            <a:avLst/>
          </a:prstGeom>
        </p:spPr>
      </p:pic>
      <p:sp>
        <p:nvSpPr>
          <p:cNvPr id="16" name="Text 10"/>
          <p:cNvSpPr/>
          <p:nvPr/>
        </p:nvSpPr>
        <p:spPr>
          <a:xfrm>
            <a:off x="2394017" y="1488545"/>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606934"/>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3572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5993557" y="1357200"/>
            <a:ext cx="612885" cy="2232000"/>
          </a:xfrm>
          <a:prstGeom prst="rect">
            <a:avLst/>
          </a:prstGeom>
        </p:spPr>
      </p:pic>
      <p:sp>
        <p:nvSpPr>
          <p:cNvPr id="18" name="Text 12"/>
          <p:cNvSpPr/>
          <p:nvPr/>
        </p:nvSpPr>
        <p:spPr>
          <a:xfrm>
            <a:off x="2177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5830126"/>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711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11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143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3143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4086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086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044050"/>
            <a:ext cx="0" cy="288349"/>
          </a:xfrm>
          <a:prstGeom prst="line">
            <a:avLst/>
          </a:prstGeom>
          <a:noFill/>
          <a:ln w="17780">
            <a:solidFill>
              <a:srgbClr val="67067C"/>
            </a:solidFill>
            <a:prstDash val="solid"/>
          </a:ln>
        </p:spPr>
      </p:sp>
      <p:sp>
        <p:nvSpPr>
          <p:cNvPr id="18" name="Text 13"/>
          <p:cNvSpPr/>
          <p:nvPr/>
        </p:nvSpPr>
        <p:spPr>
          <a:xfrm>
            <a:off x="936000" y="50440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828000" y="547639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2" descr="/home/user/philippe1/build/deco-catalogue-scio-2026/sol-loire.png">    </p:cNvPr>
          <p:cNvPicPr>
            <a:picLocks noChangeAspect="1"/>
          </p:cNvPicPr>
          <p:nvPr/>
        </p:nvPicPr>
        <p:blipFill>
          <a:blip r:embed="rId3"/>
          <a:stretch>
            <a:fillRect/>
          </a:stretch>
        </p:blipFill>
        <p:spPr>
          <a:xfrm>
            <a:off x="828000" y="5623999"/>
            <a:ext cx="6120000" cy="1227219"/>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178033" y="1347672"/>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232000" y="1466412"/>
            <a:ext cx="3456000" cy="212268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612000" y="7163809"/>
            <a:ext cx="0" cy="288349"/>
          </a:xfrm>
          <a:prstGeom prst="line">
            <a:avLst/>
          </a:prstGeom>
          <a:noFill/>
          <a:ln w="17780">
            <a:solidFill>
              <a:srgbClr val="67067C"/>
            </a:solidFill>
            <a:prstDash val="solid"/>
          </a:ln>
        </p:spPr>
      </p:sp>
      <p:sp>
        <p:nvSpPr>
          <p:cNvPr id="17" name="Text 11"/>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11</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56" y="1351894"/>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7" name="Text 11"/>
          <p:cNvSpPr/>
          <p:nvPr/>
        </p:nvSpPr>
        <p:spPr>
          <a:xfrm>
            <a:off x="2232000" y="1463507"/>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0" name="Image 4" descr="/home/user/philippe1/build/deco-catalogue-scio-2026/sol-alsace.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5605430"/>
            <a:ext cx="0" cy="288349"/>
          </a:xfrm>
          <a:prstGeom prst="line">
            <a:avLst/>
          </a:prstGeom>
          <a:noFill/>
          <a:ln w="17780">
            <a:solidFill>
              <a:srgbClr val="67067C"/>
            </a:solidFill>
            <a:prstDash val="solid"/>
          </a:ln>
        </p:spPr>
      </p:sp>
      <p:sp>
        <p:nvSpPr>
          <p:cNvPr id="16" name="Text 11"/>
          <p:cNvSpPr/>
          <p:nvPr/>
        </p:nvSpPr>
        <p:spPr>
          <a:xfrm>
            <a:off x="936000" y="5605430"/>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17" name="Text 12"/>
          <p:cNvSpPr/>
          <p:nvPr/>
        </p:nvSpPr>
        <p:spPr>
          <a:xfrm>
            <a:off x="828000" y="603777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2" descr="/home/user/philippe1/build/deco-catalogue-scio-2026/sol-alsace.png">    </p:cNvPr>
          <p:cNvPicPr>
            <a:picLocks noChangeAspect="1"/>
          </p:cNvPicPr>
          <p:nvPr/>
        </p:nvPicPr>
        <p:blipFill>
          <a:blip r:embed="rId3"/>
          <a:stretch>
            <a:fillRect/>
          </a:stretch>
        </p:blipFill>
        <p:spPr>
          <a:xfrm>
            <a:off x="828000" y="6185379"/>
            <a:ext cx="6120000" cy="114840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17</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3572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357200"/>
            <a:ext cx="579344" cy="2232000"/>
          </a:xfrm>
          <a:prstGeom prst="rect">
            <a:avLst/>
          </a:prstGeom>
        </p:spPr>
      </p:pic>
      <p:sp>
        <p:nvSpPr>
          <p:cNvPr id="16" name="Text 10"/>
          <p:cNvSpPr/>
          <p:nvPr/>
        </p:nvSpPr>
        <p:spPr>
          <a:xfrm>
            <a:off x="2393990" y="1270119"/>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82839"/>
            <a:ext cx="3456000" cy="2206261"/>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225126"/>
            <a:ext cx="0" cy="288349"/>
          </a:xfrm>
          <a:prstGeom prst="line">
            <a:avLst/>
          </a:prstGeom>
          <a:noFill/>
          <a:ln w="17780">
            <a:solidFill>
              <a:srgbClr val="67067C"/>
            </a:solidFill>
            <a:prstDash val="solid"/>
          </a:ln>
        </p:spPr>
      </p:sp>
      <p:sp>
        <p:nvSpPr>
          <p:cNvPr id="20" name="Text 13"/>
          <p:cNvSpPr/>
          <p:nvPr/>
        </p:nvSpPr>
        <p:spPr>
          <a:xfrm>
            <a:off x="936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2171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171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881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881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346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346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223279" y="1357200"/>
            <a:ext cx="585443" cy="2232000"/>
          </a:xfrm>
          <a:prstGeom prst="rect">
            <a:avLst/>
          </a:prstGeom>
        </p:spPr>
      </p:pic>
      <p:sp>
        <p:nvSpPr>
          <p:cNvPr id="18" name="Text 12"/>
          <p:cNvSpPr/>
          <p:nvPr/>
        </p:nvSpPr>
        <p:spPr>
          <a:xfrm>
            <a:off x="2394024" y="1347810"/>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19" name="Text 13"/>
          <p:cNvSpPr/>
          <p:nvPr/>
        </p:nvSpPr>
        <p:spPr>
          <a:xfrm>
            <a:off x="2448000" y="1466316"/>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828000" y="6214847"/>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5544113"/>
            <a:ext cx="0" cy="288349"/>
          </a:xfrm>
          <a:prstGeom prst="line">
            <a:avLst/>
          </a:prstGeom>
          <a:noFill/>
          <a:ln w="17780">
            <a:solidFill>
              <a:srgbClr val="67067C"/>
            </a:solidFill>
            <a:prstDash val="solid"/>
          </a:ln>
        </p:spPr>
      </p:sp>
      <p:sp>
        <p:nvSpPr>
          <p:cNvPr id="18" name="Text 13"/>
          <p:cNvSpPr/>
          <p:nvPr/>
        </p:nvSpPr>
        <p:spPr>
          <a:xfrm>
            <a:off x="720000" y="55441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612000" y="597646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612000" y="6124062"/>
            <a:ext cx="6120000" cy="1169890"/>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779088"/>
            <a:ext cx="0" cy="288349"/>
          </a:xfrm>
          <a:prstGeom prst="line">
            <a:avLst/>
          </a:prstGeom>
          <a:noFill/>
          <a:ln w="17780">
            <a:solidFill>
              <a:srgbClr val="67067C"/>
            </a:solidFill>
            <a:prstDash val="solid"/>
          </a:ln>
        </p:spPr>
      </p:sp>
      <p:sp>
        <p:nvSpPr>
          <p:cNvPr id="21" name="Text 15"/>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7359038"/>
            <a:ext cx="6120000" cy="729241"/>
          </a:xfrm>
          <a:prstGeom prst="rect">
            <a:avLst/>
          </a:prstGeom>
        </p:spPr>
      </p:pic>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357200"/>
            <a:ext cx="561049" cy="2232000"/>
          </a:xfrm>
          <a:prstGeom prst="rect">
            <a:avLst/>
          </a:prstGeom>
        </p:spPr>
      </p:pic>
      <p:sp>
        <p:nvSpPr>
          <p:cNvPr id="18" name="Text 12"/>
          <p:cNvSpPr/>
          <p:nvPr/>
        </p:nvSpPr>
        <p:spPr>
          <a:xfrm>
            <a:off x="2178034" y="1627895"/>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748504"/>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58665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734257"/>
            <a:ext cx="6120000" cy="949507"/>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828000" y="5817361"/>
            <a:ext cx="0" cy="288349"/>
          </a:xfrm>
          <a:prstGeom prst="line">
            <a:avLst/>
          </a:prstGeom>
          <a:noFill/>
          <a:ln w="17780">
            <a:solidFill>
              <a:srgbClr val="67067C"/>
            </a:solidFill>
            <a:prstDash val="solid"/>
          </a:ln>
        </p:spPr>
      </p:sp>
      <p:sp>
        <p:nvSpPr>
          <p:cNvPr id="18" name="Text 13"/>
          <p:cNvSpPr/>
          <p:nvPr/>
        </p:nvSpPr>
        <p:spPr>
          <a:xfrm>
            <a:off x="936000" y="581736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624971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6397310"/>
            <a:ext cx="6120000" cy="1148400"/>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177990" y="1393631"/>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507890"/>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986305"/>
            <a:ext cx="0" cy="288349"/>
          </a:xfrm>
          <a:prstGeom prst="line">
            <a:avLst/>
          </a:prstGeom>
          <a:noFill/>
          <a:ln w="17780">
            <a:solidFill>
              <a:srgbClr val="67067C"/>
            </a:solidFill>
            <a:prstDash val="solid"/>
          </a:ln>
        </p:spPr>
      </p:sp>
      <p:sp>
        <p:nvSpPr>
          <p:cNvPr id="17" name="Text 11"/>
          <p:cNvSpPr/>
          <p:nvPr/>
        </p:nvSpPr>
        <p:spPr>
          <a:xfrm>
            <a:off x="720000" y="49863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4186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566254"/>
            <a:ext cx="6120000" cy="1261866"/>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n°14 p. 26</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628796"/>
            <a:ext cx="0" cy="288349"/>
          </a:xfrm>
          <a:prstGeom prst="line">
            <a:avLst/>
          </a:prstGeom>
          <a:noFill/>
          <a:ln w="17780">
            <a:solidFill>
              <a:srgbClr val="67067C"/>
            </a:solidFill>
            <a:prstDash val="solid"/>
          </a:ln>
        </p:spPr>
      </p:sp>
      <p:sp>
        <p:nvSpPr>
          <p:cNvPr id="17" name="Text 11"/>
          <p:cNvSpPr/>
          <p:nvPr/>
        </p:nvSpPr>
        <p:spPr>
          <a:xfrm>
            <a:off x="936000" y="562879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606114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6208745"/>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n°13 p. 25</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3572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8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86243"/>
            <a:ext cx="0" cy="288349"/>
          </a:xfrm>
          <a:prstGeom prst="line">
            <a:avLst/>
          </a:prstGeom>
          <a:noFill/>
          <a:ln w="17780">
            <a:solidFill>
              <a:srgbClr val="67067C"/>
            </a:solidFill>
            <a:prstDash val="solid"/>
          </a:ln>
        </p:spPr>
      </p:sp>
      <p:sp>
        <p:nvSpPr>
          <p:cNvPr id="20" name="Text 13"/>
          <p:cNvSpPr/>
          <p:nvPr/>
        </p:nvSpPr>
        <p:spPr>
          <a:xfrm>
            <a:off x="720000" y="568624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611859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266193"/>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011852" y="1357200"/>
            <a:ext cx="576295" cy="2232000"/>
          </a:xfrm>
          <a:prstGeom prst="rect">
            <a:avLst/>
          </a:prstGeom>
        </p:spPr>
      </p:pic>
      <p:sp>
        <p:nvSpPr>
          <p:cNvPr id="16" name="Text 10"/>
          <p:cNvSpPr/>
          <p:nvPr/>
        </p:nvSpPr>
        <p:spPr>
          <a:xfrm>
            <a:off x="2178049" y="1190137"/>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232000" y="1217729"/>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60905"/>
            <a:ext cx="0" cy="288349"/>
          </a:xfrm>
          <a:prstGeom prst="line">
            <a:avLst/>
          </a:prstGeom>
          <a:noFill/>
          <a:ln w="17780">
            <a:solidFill>
              <a:srgbClr val="67067C"/>
            </a:solidFill>
            <a:prstDash val="solid"/>
          </a:ln>
        </p:spPr>
      </p:sp>
      <p:sp>
        <p:nvSpPr>
          <p:cNvPr id="20" name="Text 13"/>
          <p:cNvSpPr/>
          <p:nvPr/>
        </p:nvSpPr>
        <p:spPr>
          <a:xfrm>
            <a:off x="720000" y="53609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932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940854"/>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30 · n°18 p. 31 · n°19 p. 32</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828000" y="13572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217180" y="1357200"/>
            <a:ext cx="597639" cy="2232000"/>
          </a:xfrm>
          <a:prstGeom prst="rect">
            <a:avLst/>
          </a:prstGeom>
        </p:spPr>
      </p:pic>
      <p:sp>
        <p:nvSpPr>
          <p:cNvPr id="16" name="Text 10"/>
          <p:cNvSpPr/>
          <p:nvPr/>
        </p:nvSpPr>
        <p:spPr>
          <a:xfrm>
            <a:off x="2394017" y="1174495"/>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448000" y="1257820"/>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196105"/>
            <a:ext cx="0" cy="288349"/>
          </a:xfrm>
          <a:prstGeom prst="line">
            <a:avLst/>
          </a:prstGeom>
          <a:noFill/>
          <a:ln w="17780">
            <a:solidFill>
              <a:srgbClr val="67067C"/>
            </a:solidFill>
            <a:prstDash val="solid"/>
          </a:ln>
        </p:spPr>
      </p:sp>
      <p:sp>
        <p:nvSpPr>
          <p:cNvPr id="20" name="Text 13"/>
          <p:cNvSpPr/>
          <p:nvPr/>
        </p:nvSpPr>
        <p:spPr>
          <a:xfrm>
            <a:off x="936000" y="71961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n°18 p. 31 · n°19 p. 32</a:t>
            </a:r>
            <a:endParaRPr lang="en-US" sz="740" dirty="0"/>
          </a:p>
        </p:txBody>
      </p:sp>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recadré au-dessus du verre — Domaine du Moulin Blanc">    </p:cNvPr>
          <p:cNvPicPr>
            <a:picLocks noChangeAspect="1"/>
          </p:cNvPicPr>
          <p:nvPr/>
        </p:nvPicPr>
        <p:blipFill>
          <a:blip r:embed="rId3"/>
          <a:stretch>
            <a:fillRect/>
          </a:stretch>
        </p:blipFill>
        <p:spPr>
          <a:xfrm>
            <a:off x="612000" y="1357200"/>
            <a:ext cx="1440000" cy="1440000"/>
          </a:xfrm>
          <a:prstGeom prst="rect">
            <a:avLst/>
          </a:prstGeom>
        </p:spPr>
      </p:pic>
      <p:sp>
        <p:nvSpPr>
          <p:cNvPr id="15"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2"/>
          <p:cNvSpPr/>
          <p:nvPr/>
        </p:nvSpPr>
        <p:spPr>
          <a:xfrm>
            <a:off x="2177970" y="1318030"/>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8" name="Text 13"/>
          <p:cNvSpPr/>
          <p:nvPr/>
        </p:nvSpPr>
        <p:spPr>
          <a:xfrm>
            <a:off x="2232000" y="1397825"/>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612000" y="4920671"/>
            <a:ext cx="0" cy="288349"/>
          </a:xfrm>
          <a:prstGeom prst="line">
            <a:avLst/>
          </a:prstGeom>
          <a:noFill/>
          <a:ln w="17780">
            <a:solidFill>
              <a:srgbClr val="67067C"/>
            </a:solidFill>
            <a:prstDash val="solid"/>
          </a:ln>
        </p:spPr>
      </p:sp>
      <p:sp>
        <p:nvSpPr>
          <p:cNvPr id="21" name="Text 15"/>
          <p:cNvSpPr/>
          <p:nvPr/>
        </p:nvSpPr>
        <p:spPr>
          <a:xfrm>
            <a:off x="720000" y="4920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612000" y="5353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3" name="Image 3" descr="/home/user/philippe1/build/deco-catalogue-scio-2026/sol-rhone.png">    </p:cNvPr>
          <p:cNvPicPr>
            <a:picLocks noChangeAspect="1"/>
          </p:cNvPicPr>
          <p:nvPr/>
        </p:nvPicPr>
        <p:blipFill>
          <a:blip r:embed="rId4"/>
          <a:stretch>
            <a:fillRect/>
          </a:stretch>
        </p:blipFill>
        <p:spPr>
          <a:xfrm>
            <a:off x="612000" y="5500621"/>
            <a:ext cx="6120000" cy="1301246"/>
          </a:xfrm>
          <a:prstGeom prst="rect">
            <a:avLst/>
          </a:prstGeom>
        </p:spPr>
      </p:pic>
      <p:sp>
        <p:nvSpPr>
          <p:cNvPr id="24"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n°19 p. 32</a:t>
            </a:r>
            <a:endParaRPr lang="en-US" sz="74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828000" y="13572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90" y="1288254"/>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448000" y="1370362"/>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070964"/>
            <a:ext cx="0" cy="288349"/>
          </a:xfrm>
          <a:prstGeom prst="line">
            <a:avLst/>
          </a:prstGeom>
          <a:noFill/>
          <a:ln w="17780">
            <a:solidFill>
              <a:srgbClr val="67067C"/>
            </a:solidFill>
            <a:prstDash val="solid"/>
          </a:ln>
        </p:spPr>
      </p:sp>
      <p:sp>
        <p:nvSpPr>
          <p:cNvPr id="20" name="Text 13"/>
          <p:cNvSpPr/>
          <p:nvPr/>
        </p:nvSpPr>
        <p:spPr>
          <a:xfrm>
            <a:off x="936000" y="60709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033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6650913"/>
            <a:ext cx="6120000" cy="1032851"/>
          </a:xfrm>
          <a:prstGeom prst="rect">
            <a:avLst/>
          </a:prstGeom>
        </p:spPr>
      </p:pic>
      <p:sp>
        <p:nvSpPr>
          <p:cNvPr id="23"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n°18 p. 31</a:t>
            </a:r>
            <a:endParaRPr lang="en-US" sz="740" dirty="0"/>
          </a:p>
        </p:txBody>
      </p:sp>
      <p:sp>
        <p:nvSpPr>
          <p:cNvPr id="24" name="Shape 16"/>
          <p:cNvSpPr/>
          <p:nvPr/>
        </p:nvSpPr>
        <p:spPr>
          <a:xfrm>
            <a:off x="828000" y="8388000"/>
            <a:ext cx="6120000" cy="0"/>
          </a:xfrm>
          <a:prstGeom prst="line">
            <a:avLst/>
          </a:prstGeom>
          <a:noFill/>
          <a:ln w="8890">
            <a:solidFill>
              <a:srgbClr val="46606E"/>
            </a:solidFill>
            <a:prstDash val="solid"/>
          </a:ln>
        </p:spPr>
      </p:sp>
      <p:sp>
        <p:nvSpPr>
          <p:cNvPr id="25"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8018" y="1358881"/>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232000" y="1492951"/>
            <a:ext cx="3456000" cy="2096149"/>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32665"/>
            <a:ext cx="0" cy="288349"/>
          </a:xfrm>
          <a:prstGeom prst="line">
            <a:avLst/>
          </a:prstGeom>
          <a:noFill/>
          <a:ln w="17780">
            <a:solidFill>
              <a:srgbClr val="67067C"/>
            </a:solidFill>
            <a:prstDash val="solid"/>
          </a:ln>
        </p:spPr>
      </p:sp>
      <p:sp>
        <p:nvSpPr>
          <p:cNvPr id="20" name="Text 13"/>
          <p:cNvSpPr/>
          <p:nvPr/>
        </p:nvSpPr>
        <p:spPr>
          <a:xfrm>
            <a:off x="720000" y="563266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0650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21261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6199083" y="1357200"/>
            <a:ext cx="633834" cy="2232000"/>
          </a:xfrm>
          <a:prstGeom prst="rect">
            <a:avLst/>
          </a:prstGeom>
        </p:spPr>
      </p:pic>
      <p:sp>
        <p:nvSpPr>
          <p:cNvPr id="16" name="Text 10"/>
          <p:cNvSpPr/>
          <p:nvPr/>
        </p:nvSpPr>
        <p:spPr>
          <a:xfrm>
            <a:off x="2393985" y="1329391"/>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448000" y="1435633"/>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2066" y="1357200"/>
            <a:ext cx="487869" cy="2232000"/>
          </a:xfrm>
          <a:prstGeom prst="rect">
            <a:avLst/>
          </a:prstGeom>
        </p:spPr>
      </p:pic>
      <p:sp>
        <p:nvSpPr>
          <p:cNvPr id="18" name="Text 12"/>
          <p:cNvSpPr/>
          <p:nvPr/>
        </p:nvSpPr>
        <p:spPr>
          <a:xfrm>
            <a:off x="2393975" y="1470964"/>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619031"/>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455685"/>
            <a:ext cx="0" cy="288349"/>
          </a:xfrm>
          <a:prstGeom prst="line">
            <a:avLst/>
          </a:prstGeom>
          <a:noFill/>
          <a:ln w="17780">
            <a:solidFill>
              <a:srgbClr val="67067C"/>
            </a:solidFill>
            <a:prstDash val="solid"/>
          </a:ln>
        </p:spPr>
      </p:sp>
      <p:sp>
        <p:nvSpPr>
          <p:cNvPr id="22" name="Text 15"/>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7035634"/>
            <a:ext cx="6120000" cy="1052645"/>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357200"/>
            <a:ext cx="542754" cy="2232000"/>
          </a:xfrm>
          <a:prstGeom prst="rect">
            <a:avLst/>
          </a:prstGeom>
        </p:spPr>
      </p:pic>
      <p:sp>
        <p:nvSpPr>
          <p:cNvPr id="18" name="Text 12"/>
          <p:cNvSpPr/>
          <p:nvPr/>
        </p:nvSpPr>
        <p:spPr>
          <a:xfrm>
            <a:off x="2177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288528"/>
            <a:ext cx="0" cy="288349"/>
          </a:xfrm>
          <a:prstGeom prst="line">
            <a:avLst/>
          </a:prstGeom>
          <a:noFill/>
          <a:ln w="17780">
            <a:solidFill>
              <a:srgbClr val="67067C"/>
            </a:solidFill>
            <a:prstDash val="solid"/>
          </a:ln>
        </p:spPr>
      </p:sp>
      <p:sp>
        <p:nvSpPr>
          <p:cNvPr id="20" name="Text 13"/>
          <p:cNvSpPr/>
          <p:nvPr/>
        </p:nvSpPr>
        <p:spPr>
          <a:xfrm>
            <a:off x="936000" y="728852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83600"/>
            <a:ext cx="108000" cy="108000"/>
          </a:xfrm>
          <a:prstGeom prst="rect">
            <a:avLst/>
          </a:prstGeom>
        </p:spPr>
      </p:pic>
      <p:sp>
        <p:nvSpPr>
          <p:cNvPr id="12" name="Text 7"/>
          <p:cNvSpPr/>
          <p:nvPr/>
        </p:nvSpPr>
        <p:spPr>
          <a:xfrm>
            <a:off x="1325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3572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023794" y="1357200"/>
            <a:ext cx="552412" cy="2232000"/>
          </a:xfrm>
          <a:prstGeom prst="rect">
            <a:avLst/>
          </a:prstGeom>
        </p:spPr>
      </p:pic>
      <p:sp>
        <p:nvSpPr>
          <p:cNvPr id="21" name="Text 14"/>
          <p:cNvSpPr/>
          <p:nvPr/>
        </p:nvSpPr>
        <p:spPr>
          <a:xfrm>
            <a:off x="2177975" y="1402836"/>
            <a:ext cx="219650" cy="379171"/>
          </a:xfrm>
          <a:prstGeom prst="rect">
            <a:avLst/>
          </a:prstGeom>
          <a:noFill/>
          <a:ln/>
        </p:spPr>
        <p:txBody>
          <a:bodyPr wrap="square" lIns="0" tIns="0" rIns="0" bIns="0" rtlCol="0" anchor="t"/>
          <a:lstStyle/>
          <a:p>
            <a:pPr algn="r" indent="0" marL="0">
              <a:lnSpc>
                <a:spcPct val="125200"/>
              </a:lnSpc>
              <a:buNone/>
            </a:pPr>
            <a:r>
              <a:rPr lang="en-US" sz="1866" dirty="0">
                <a:solidFill>
                  <a:srgbClr val="67067C"/>
                </a:solidFill>
                <a:latin typeface="Young Serif" pitchFamily="34" charset="0"/>
                <a:ea typeface="Young Serif" pitchFamily="34" charset="-122"/>
                <a:cs typeface="Young Serif" pitchFamily="34" charset="-120"/>
              </a:rPr>
              <a:t>L</a:t>
            </a:r>
            <a:endParaRPr lang="en-US" sz="1866" dirty="0"/>
          </a:p>
        </p:txBody>
      </p:sp>
      <p:sp>
        <p:nvSpPr>
          <p:cNvPr id="22" name="Text 15"/>
          <p:cNvSpPr/>
          <p:nvPr/>
        </p:nvSpPr>
        <p:spPr>
          <a:xfrm>
            <a:off x="2232000" y="1501556"/>
            <a:ext cx="3456000" cy="208754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5" name="Image 5" descr="/home/user/philippe1/build/deco-catalogue-scio-2026/sol-sud-ouest.png">    </p:cNvPr>
          <p:cNvPicPr>
            <a:picLocks noChangeAspect="1"/>
          </p:cNvPicPr>
          <p:nvPr/>
        </p:nvPicPr>
        <p:blipFill>
          <a:blip r:embed="rId6"/>
          <a:stretch>
            <a:fillRect/>
          </a:stretch>
        </p:blipFill>
        <p:spPr>
          <a:xfrm>
            <a:off x="612000" y="6214847"/>
            <a:ext cx="6120000" cy="1148400"/>
          </a:xfrm>
          <a:prstGeom prst="rect">
            <a:avLst/>
          </a:prstGeom>
        </p:spPr>
      </p:pic>
      <p:sp>
        <p:nvSpPr>
          <p:cNvPr id="26" name="Shape 17"/>
          <p:cNvSpPr/>
          <p:nvPr/>
        </p:nvSpPr>
        <p:spPr>
          <a:xfrm>
            <a:off x="612000" y="8388000"/>
            <a:ext cx="6120000" cy="0"/>
          </a:xfrm>
          <a:prstGeom prst="line">
            <a:avLst/>
          </a:prstGeom>
          <a:noFill/>
          <a:ln w="8890">
            <a:solidFill>
              <a:srgbClr val="46606E"/>
            </a:solidFill>
            <a:prstDash val="solid"/>
          </a:ln>
        </p:spPr>
      </p:sp>
      <p:sp>
        <p:nvSpPr>
          <p:cNvPr id="27"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9"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465651" y="1083600"/>
            <a:ext cx="108000" cy="108000"/>
          </a:xfrm>
          <a:prstGeom prst="rect">
            <a:avLst/>
          </a:prstGeom>
        </p:spPr>
      </p:pic>
      <p:sp>
        <p:nvSpPr>
          <p:cNvPr id="12" name="Text 7"/>
          <p:cNvSpPr/>
          <p:nvPr/>
        </p:nvSpPr>
        <p:spPr>
          <a:xfrm>
            <a:off x="1541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2001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2001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465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465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409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409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85214"/>
            <a:ext cx="0" cy="288349"/>
          </a:xfrm>
          <a:prstGeom prst="line">
            <a:avLst/>
          </a:prstGeom>
          <a:noFill/>
          <a:ln w="17780">
            <a:solidFill>
              <a:srgbClr val="67067C"/>
            </a:solidFill>
            <a:prstDash val="solid"/>
          </a:ln>
        </p:spPr>
      </p:sp>
      <p:sp>
        <p:nvSpPr>
          <p:cNvPr id="22" name="Text 15"/>
          <p:cNvSpPr/>
          <p:nvPr/>
        </p:nvSpPr>
        <p:spPr>
          <a:xfrm>
            <a:off x="936000" y="51852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6175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3" descr="/home/user/philippe1/build/deco-catalogue-scio-2026/sol-sud-ouest.png">    </p:cNvPr>
          <p:cNvPicPr>
            <a:picLocks noChangeAspect="1"/>
          </p:cNvPicPr>
          <p:nvPr/>
        </p:nvPicPr>
        <p:blipFill>
          <a:blip r:embed="rId4"/>
          <a:stretch>
            <a:fillRect/>
          </a:stretch>
        </p:blipFill>
        <p:spPr>
          <a:xfrm>
            <a:off x="828000" y="5765163"/>
            <a:ext cx="6120000" cy="1385229"/>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48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3572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357200"/>
            <a:ext cx="545803" cy="2232000"/>
          </a:xfrm>
          <a:prstGeom prst="rect">
            <a:avLst/>
          </a:prstGeom>
        </p:spPr>
      </p:pic>
      <p:sp>
        <p:nvSpPr>
          <p:cNvPr id="18" name="Text 12"/>
          <p:cNvSpPr/>
          <p:nvPr/>
        </p:nvSpPr>
        <p:spPr>
          <a:xfrm>
            <a:off x="2394044" y="1273737"/>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96289"/>
            <a:ext cx="3456000" cy="2192812"/>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599568"/>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612000" y="6903475"/>
            <a:ext cx="6120000" cy="1148400"/>
          </a:xfrm>
          <a:prstGeom prst="rect">
            <a:avLst/>
          </a:prstGeom>
        </p:spPr>
      </p:pic>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6313554"/>
            <a:ext cx="0" cy="288349"/>
          </a:xfrm>
          <a:prstGeom prst="line">
            <a:avLst/>
          </a:prstGeom>
          <a:noFill/>
          <a:ln w="17780">
            <a:solidFill>
              <a:srgbClr val="67067C"/>
            </a:solidFill>
            <a:prstDash val="solid"/>
          </a:ln>
        </p:spPr>
      </p:sp>
      <p:sp>
        <p:nvSpPr>
          <p:cNvPr id="18" name="Text 13"/>
          <p:cNvSpPr/>
          <p:nvPr/>
        </p:nvSpPr>
        <p:spPr>
          <a:xfrm>
            <a:off x="936000" y="631355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Text 14"/>
          <p:cNvSpPr/>
          <p:nvPr/>
        </p:nvSpPr>
        <p:spPr>
          <a:xfrm>
            <a:off x="828000" y="674590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2" descr="/home/user/philippe1/build/deco-catalogue-scio-2026/sol-bordeaux.png">    </p:cNvPr>
          <p:cNvPicPr>
            <a:picLocks noChangeAspect="1"/>
          </p:cNvPicPr>
          <p:nvPr/>
        </p:nvPicPr>
        <p:blipFill>
          <a:blip r:embed="rId3"/>
          <a:stretch>
            <a:fillRect/>
          </a:stretch>
        </p:blipFill>
        <p:spPr>
          <a:xfrm>
            <a:off x="828000" y="6893503"/>
            <a:ext cx="6120000" cy="1148400"/>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612000" y="13572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7992" y="1188595"/>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232000" y="1338415"/>
            <a:ext cx="3456000" cy="225068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4" descr="/home/user/philippe1/build/deco-catalogue-scio-2026/sol-bordeaux.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066547"/>
            <a:ext cx="0" cy="288349"/>
          </a:xfrm>
          <a:prstGeom prst="line">
            <a:avLst/>
          </a:prstGeom>
          <a:noFill/>
          <a:ln w="17780">
            <a:solidFill>
              <a:srgbClr val="67067C"/>
            </a:solidFill>
            <a:prstDash val="solid"/>
          </a:ln>
        </p:spPr>
      </p:sp>
      <p:sp>
        <p:nvSpPr>
          <p:cNvPr id="16" name="Text 11"/>
          <p:cNvSpPr/>
          <p:nvPr/>
        </p:nvSpPr>
        <p:spPr>
          <a:xfrm>
            <a:off x="936000" y="40665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7" name="Text 12"/>
          <p:cNvSpPr/>
          <p:nvPr/>
        </p:nvSpPr>
        <p:spPr>
          <a:xfrm>
            <a:off x="828000" y="44988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828000" y="4646496"/>
            <a:ext cx="6120000" cy="205643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357200"/>
            <a:ext cx="542754" cy="2232000"/>
          </a:xfrm>
          <a:prstGeom prst="rect">
            <a:avLst/>
          </a:prstGeom>
        </p:spPr>
      </p:pic>
      <p:sp>
        <p:nvSpPr>
          <p:cNvPr id="16" name="Text 10"/>
          <p:cNvSpPr/>
          <p:nvPr/>
        </p:nvSpPr>
        <p:spPr>
          <a:xfrm>
            <a:off x="2177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240205"/>
            <a:ext cx="0" cy="288349"/>
          </a:xfrm>
          <a:prstGeom prst="line">
            <a:avLst/>
          </a:prstGeom>
          <a:noFill/>
          <a:ln w="17780">
            <a:solidFill>
              <a:srgbClr val="67067C"/>
            </a:solidFill>
            <a:prstDash val="solid"/>
          </a:ln>
        </p:spPr>
      </p:sp>
      <p:sp>
        <p:nvSpPr>
          <p:cNvPr id="20" name="Text 13"/>
          <p:cNvSpPr/>
          <p:nvPr/>
        </p:nvSpPr>
        <p:spPr>
          <a:xfrm>
            <a:off x="720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20155"/>
            <a:ext cx="6120000" cy="135223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3572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357200"/>
            <a:ext cx="554951" cy="2232000"/>
          </a:xfrm>
          <a:prstGeom prst="rect">
            <a:avLst/>
          </a:prstGeom>
        </p:spPr>
      </p:pic>
      <p:sp>
        <p:nvSpPr>
          <p:cNvPr id="16" name="Text 10"/>
          <p:cNvSpPr/>
          <p:nvPr/>
        </p:nvSpPr>
        <p:spPr>
          <a:xfrm>
            <a:off x="2394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240205"/>
            <a:ext cx="0" cy="288349"/>
          </a:xfrm>
          <a:prstGeom prst="line">
            <a:avLst/>
          </a:prstGeom>
          <a:noFill/>
          <a:ln w="17780">
            <a:solidFill>
              <a:srgbClr val="67067C"/>
            </a:solidFill>
            <a:prstDash val="solid"/>
          </a:ln>
        </p:spPr>
      </p:sp>
      <p:sp>
        <p:nvSpPr>
          <p:cNvPr id="20" name="Text 13"/>
          <p:cNvSpPr/>
          <p:nvPr/>
        </p:nvSpPr>
        <p:spPr>
          <a:xfrm>
            <a:off x="936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820155"/>
            <a:ext cx="6120000" cy="135223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3572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357200"/>
            <a:ext cx="539705" cy="2232000"/>
          </a:xfrm>
          <a:prstGeom prst="rect">
            <a:avLst/>
          </a:prstGeom>
        </p:spPr>
      </p:pic>
      <p:sp>
        <p:nvSpPr>
          <p:cNvPr id="16" name="Text 10"/>
          <p:cNvSpPr/>
          <p:nvPr/>
        </p:nvSpPr>
        <p:spPr>
          <a:xfrm>
            <a:off x="2177976" y="1476709"/>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615078"/>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01523"/>
            <a:ext cx="0" cy="288349"/>
          </a:xfrm>
          <a:prstGeom prst="line">
            <a:avLst/>
          </a:prstGeom>
          <a:noFill/>
          <a:ln w="17780">
            <a:solidFill>
              <a:srgbClr val="67067C"/>
            </a:solidFill>
            <a:prstDash val="solid"/>
          </a:ln>
        </p:spPr>
      </p:sp>
      <p:sp>
        <p:nvSpPr>
          <p:cNvPr id="20" name="Text 13"/>
          <p:cNvSpPr/>
          <p:nvPr/>
        </p:nvSpPr>
        <p:spPr>
          <a:xfrm>
            <a:off x="720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81472"/>
            <a:ext cx="6120000" cy="1315444"/>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357200"/>
            <a:ext cx="545803" cy="2232000"/>
          </a:xfrm>
          <a:prstGeom prst="rect">
            <a:avLst/>
          </a:prstGeom>
        </p:spPr>
      </p:pic>
      <p:sp>
        <p:nvSpPr>
          <p:cNvPr id="16" name="Text 10"/>
          <p:cNvSpPr/>
          <p:nvPr/>
        </p:nvSpPr>
        <p:spPr>
          <a:xfrm>
            <a:off x="2394014" y="1339504"/>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72031"/>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163809"/>
            <a:ext cx="0" cy="288349"/>
          </a:xfrm>
          <a:prstGeom prst="line">
            <a:avLst/>
          </a:prstGeom>
          <a:noFill/>
          <a:ln w="17780">
            <a:solidFill>
              <a:srgbClr val="67067C"/>
            </a:solidFill>
            <a:prstDash val="solid"/>
          </a:ln>
        </p:spPr>
      </p:sp>
      <p:sp>
        <p:nvSpPr>
          <p:cNvPr id="20" name="Text 13"/>
          <p:cNvSpPr/>
          <p:nvPr/>
        </p:nvSpPr>
        <p:spPr>
          <a:xfrm>
            <a:off x="936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828000" y="13572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267492" y="1357200"/>
            <a:ext cx="497016" cy="2232000"/>
          </a:xfrm>
          <a:prstGeom prst="rect">
            <a:avLst/>
          </a:prstGeom>
        </p:spPr>
      </p:pic>
      <p:sp>
        <p:nvSpPr>
          <p:cNvPr id="16" name="Text 10"/>
          <p:cNvSpPr/>
          <p:nvPr/>
        </p:nvSpPr>
        <p:spPr>
          <a:xfrm>
            <a:off x="2393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448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635669"/>
            <a:ext cx="0" cy="288349"/>
          </a:xfrm>
          <a:prstGeom prst="line">
            <a:avLst/>
          </a:prstGeom>
          <a:noFill/>
          <a:ln w="17780">
            <a:solidFill>
              <a:srgbClr val="67067C"/>
            </a:solidFill>
            <a:prstDash val="solid"/>
          </a:ln>
        </p:spPr>
      </p:sp>
      <p:sp>
        <p:nvSpPr>
          <p:cNvPr id="21" name="Text 13"/>
          <p:cNvSpPr/>
          <p:nvPr/>
        </p:nvSpPr>
        <p:spPr>
          <a:xfrm>
            <a:off x="936000" y="763566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Shape 14"/>
          <p:cNvSpPr/>
          <p:nvPr/>
        </p:nvSpPr>
        <p:spPr>
          <a:xfrm>
            <a:off x="828000" y="8388000"/>
            <a:ext cx="6120000" cy="0"/>
          </a:xfrm>
          <a:prstGeom prst="line">
            <a:avLst/>
          </a:prstGeom>
          <a:noFill/>
          <a:ln w="8890">
            <a:solidFill>
              <a:srgbClr val="46606E"/>
            </a:solidFill>
            <a:prstDash val="solid"/>
          </a:ln>
        </p:spPr>
      </p:sp>
      <p:sp>
        <p:nvSpPr>
          <p:cNvPr id="23"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4"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65" y="1758870"/>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95837"/>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7170135"/>
            <a:ext cx="0" cy="288349"/>
          </a:xfrm>
          <a:prstGeom prst="line">
            <a:avLst/>
          </a:prstGeom>
          <a:noFill/>
          <a:ln w="17780">
            <a:solidFill>
              <a:srgbClr val="67067C"/>
            </a:solidFill>
            <a:prstDash val="solid"/>
          </a:ln>
        </p:spPr>
      </p:sp>
      <p:sp>
        <p:nvSpPr>
          <p:cNvPr id="17" name="Text 11"/>
          <p:cNvSpPr/>
          <p:nvPr/>
        </p:nvSpPr>
        <p:spPr>
          <a:xfrm>
            <a:off x="720000" y="717013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55</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3572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357200"/>
            <a:ext cx="804984" cy="2232000"/>
          </a:xfrm>
          <a:prstGeom prst="rect">
            <a:avLst/>
          </a:prstGeom>
        </p:spPr>
      </p:pic>
      <p:sp>
        <p:nvSpPr>
          <p:cNvPr id="16" name="Text 10"/>
          <p:cNvSpPr/>
          <p:nvPr/>
        </p:nvSpPr>
        <p:spPr>
          <a:xfrm>
            <a:off x="2394013" y="1280867"/>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91383"/>
            <a:ext cx="3456000" cy="2197717"/>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574352"/>
            <a:ext cx="0" cy="288349"/>
          </a:xfrm>
          <a:prstGeom prst="line">
            <a:avLst/>
          </a:prstGeom>
          <a:noFill/>
          <a:ln w="17780">
            <a:solidFill>
              <a:srgbClr val="67067C"/>
            </a:solidFill>
            <a:prstDash val="solid"/>
          </a:ln>
        </p:spPr>
      </p:sp>
      <p:sp>
        <p:nvSpPr>
          <p:cNvPr id="21" name="Text 13"/>
          <p:cNvSpPr/>
          <p:nvPr/>
        </p:nvSpPr>
        <p:spPr>
          <a:xfrm>
            <a:off x="936000" y="75743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54</a:t>
            </a:r>
            <a:endParaRPr lang="en-US" sz="740" dirty="0"/>
          </a:p>
        </p:txBody>
      </p:sp>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3572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08803" y="1357200"/>
            <a:ext cx="582393"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163809"/>
            <a:ext cx="0" cy="288349"/>
          </a:xfrm>
          <a:prstGeom prst="line">
            <a:avLst/>
          </a:prstGeom>
          <a:noFill/>
          <a:ln w="17780">
            <a:solidFill>
              <a:srgbClr val="67067C"/>
            </a:solidFill>
            <a:prstDash val="solid"/>
          </a:ln>
        </p:spPr>
      </p:sp>
      <p:sp>
        <p:nvSpPr>
          <p:cNvPr id="20" name="Text 13"/>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357200"/>
            <a:ext cx="582393" cy="2232000"/>
          </a:xfrm>
          <a:prstGeom prst="rect">
            <a:avLst/>
          </a:prstGeom>
        </p:spPr>
      </p:pic>
      <p:sp>
        <p:nvSpPr>
          <p:cNvPr id="16" name="Text 10"/>
          <p:cNvSpPr/>
          <p:nvPr/>
        </p:nvSpPr>
        <p:spPr>
          <a:xfrm>
            <a:off x="2393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779088"/>
            <a:ext cx="0" cy="288349"/>
          </a:xfrm>
          <a:prstGeom prst="line">
            <a:avLst/>
          </a:prstGeom>
          <a:noFill/>
          <a:ln w="17780">
            <a:solidFill>
              <a:srgbClr val="67067C"/>
            </a:solidFill>
            <a:prstDash val="solid"/>
          </a:ln>
        </p:spPr>
      </p:sp>
      <p:sp>
        <p:nvSpPr>
          <p:cNvPr id="20" name="Text 13"/>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7359038"/>
            <a:ext cx="6120000" cy="729241"/>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3572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63" y="1269446"/>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7" name="Text 11"/>
          <p:cNvSpPr/>
          <p:nvPr/>
        </p:nvSpPr>
        <p:spPr>
          <a:xfrm>
            <a:off x="2232000" y="1399241"/>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774671"/>
            <a:ext cx="0" cy="288349"/>
          </a:xfrm>
          <a:prstGeom prst="line">
            <a:avLst/>
          </a:prstGeom>
          <a:noFill/>
          <a:ln w="17780">
            <a:solidFill>
              <a:srgbClr val="67067C"/>
            </a:solidFill>
            <a:prstDash val="solid"/>
          </a:ln>
        </p:spPr>
      </p:sp>
      <p:sp>
        <p:nvSpPr>
          <p:cNvPr id="16" name="Text 11"/>
          <p:cNvSpPr/>
          <p:nvPr/>
        </p:nvSpPr>
        <p:spPr>
          <a:xfrm>
            <a:off x="936000" y="4774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7" name="Text 12"/>
          <p:cNvSpPr/>
          <p:nvPr/>
        </p:nvSpPr>
        <p:spPr>
          <a:xfrm>
            <a:off x="828000" y="52070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2" descr="/home/user/philippe1/build/deco-catalogue-scio-2026/sol-languedoc.png">    </p:cNvPr>
          <p:cNvPicPr>
            <a:picLocks noChangeAspect="1"/>
          </p:cNvPicPr>
          <p:nvPr/>
        </p:nvPicPr>
        <p:blipFill>
          <a:blip r:embed="rId3"/>
          <a:stretch>
            <a:fillRect/>
          </a:stretch>
        </p:blipFill>
        <p:spPr>
          <a:xfrm>
            <a:off x="828000" y="5354620"/>
            <a:ext cx="6120000" cy="1631555"/>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357200"/>
            <a:ext cx="588492" cy="2232000"/>
          </a:xfrm>
          <a:prstGeom prst="rect">
            <a:avLst/>
          </a:prstGeom>
        </p:spPr>
      </p:pic>
      <p:sp>
        <p:nvSpPr>
          <p:cNvPr id="18" name="Text 12"/>
          <p:cNvSpPr/>
          <p:nvPr/>
        </p:nvSpPr>
        <p:spPr>
          <a:xfrm>
            <a:off x="2394034" y="1487230"/>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607839"/>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24926"/>
            <a:ext cx="0" cy="288349"/>
          </a:xfrm>
          <a:prstGeom prst="line">
            <a:avLst/>
          </a:prstGeom>
          <a:noFill/>
          <a:ln w="17780">
            <a:solidFill>
              <a:srgbClr val="67067C"/>
            </a:solidFill>
            <a:prstDash val="solid"/>
          </a:ln>
        </p:spPr>
      </p:sp>
      <p:sp>
        <p:nvSpPr>
          <p:cNvPr id="22" name="Text 15"/>
          <p:cNvSpPr/>
          <p:nvPr/>
        </p:nvSpPr>
        <p:spPr>
          <a:xfrm>
            <a:off x="936000" y="56249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60572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6204875"/>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357200"/>
            <a:ext cx="594590" cy="2232000"/>
          </a:xfrm>
          <a:prstGeom prst="rect">
            <a:avLst/>
          </a:prstGeom>
        </p:spPr>
      </p:pic>
      <p:sp>
        <p:nvSpPr>
          <p:cNvPr id="18" name="Text 12"/>
          <p:cNvSpPr/>
          <p:nvPr/>
        </p:nvSpPr>
        <p:spPr>
          <a:xfrm>
            <a:off x="2177992" y="1469926"/>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619745"/>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27616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828000" y="3372705"/>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026736"/>
            <a:ext cx="0" cy="288349"/>
          </a:xfrm>
          <a:prstGeom prst="line">
            <a:avLst/>
          </a:prstGeom>
          <a:noFill/>
          <a:ln w="17780">
            <a:solidFill>
              <a:srgbClr val="67067C"/>
            </a:solidFill>
            <a:prstDash val="solid"/>
          </a:ln>
        </p:spPr>
      </p:sp>
      <p:sp>
        <p:nvSpPr>
          <p:cNvPr id="19" name="Text 13"/>
          <p:cNvSpPr/>
          <p:nvPr/>
        </p:nvSpPr>
        <p:spPr>
          <a:xfrm>
            <a:off x="936000" y="402673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44590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2" descr="/home/user/philippe1/build/deco-catalogue-scio-2026/sol-champagne.png">    </p:cNvPr>
          <p:cNvPicPr>
            <a:picLocks noChangeAspect="1"/>
          </p:cNvPicPr>
          <p:nvPr/>
        </p:nvPicPr>
        <p:blipFill>
          <a:blip r:embed="rId3"/>
          <a:stretch>
            <a:fillRect/>
          </a:stretch>
        </p:blipFill>
        <p:spPr>
          <a:xfrm>
            <a:off x="828000" y="4606685"/>
            <a:ext cx="6120000" cy="2080316"/>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09708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0" name="Shape 6"/>
          <p:cNvSpPr/>
          <p:nvPr/>
        </p:nvSpPr>
        <p:spPr>
          <a:xfrm>
            <a:off x="178828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8828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296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296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55685"/>
            <a:ext cx="0" cy="288349"/>
          </a:xfrm>
          <a:prstGeom prst="line">
            <a:avLst/>
          </a:prstGeom>
          <a:noFill/>
          <a:ln w="17780">
            <a:solidFill>
              <a:srgbClr val="67067C"/>
            </a:solidFill>
            <a:prstDash val="solid"/>
          </a:ln>
        </p:spPr>
      </p:sp>
      <p:sp>
        <p:nvSpPr>
          <p:cNvPr id="20" name="Text 13"/>
          <p:cNvSpPr/>
          <p:nvPr/>
        </p:nvSpPr>
        <p:spPr>
          <a:xfrm>
            <a:off x="720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7035634"/>
            <a:ext cx="6120000" cy="105264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473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73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828000" y="13572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6129248" y="1357200"/>
            <a:ext cx="773503" cy="2232000"/>
          </a:xfrm>
          <a:prstGeom prst="rect">
            <a:avLst/>
          </a:prstGeom>
        </p:spPr>
      </p:pic>
      <p:sp>
        <p:nvSpPr>
          <p:cNvPr id="16" name="Text 10"/>
          <p:cNvSpPr/>
          <p:nvPr/>
        </p:nvSpPr>
        <p:spPr>
          <a:xfrm>
            <a:off x="2394033" y="1473248"/>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448000" y="1617459"/>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55685"/>
            <a:ext cx="0" cy="288349"/>
          </a:xfrm>
          <a:prstGeom prst="line">
            <a:avLst/>
          </a:prstGeom>
          <a:noFill/>
          <a:ln w="17780">
            <a:solidFill>
              <a:srgbClr val="67067C"/>
            </a:solidFill>
            <a:prstDash val="solid"/>
          </a:ln>
        </p:spPr>
      </p:sp>
      <p:sp>
        <p:nvSpPr>
          <p:cNvPr id="20" name="Text 13"/>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7035634"/>
            <a:ext cx="6120000" cy="105264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61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4" name="Text 42"/>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5" name="Text 43"/>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6" name="Text 44"/>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7" name="Text 45"/>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9" name="Text 47"/>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0" name="Text 48"/>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1" name="Text 49"/>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3" name="Text 51"/>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4" name="Text 52"/>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6" name="Text 54"/>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7" name="Text 55"/>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9" name="Text 57"/>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0" name="Text 58"/>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1" name="Text 59"/>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3" name="Text 61"/>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4" name="Text 62"/>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5" name="Text 63"/>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8" name="Text 66"/>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9" name="Text 67"/>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0" name="Text 68"/>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72" name="Text 70"/>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4" name="Text 72"/>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6" name="Text 74"/>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7" name="Text 75"/>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8" name="Text 76"/>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9" name="Text 77"/>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0" name="Text 78"/>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65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4" name="Text 82"/>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5" name="Text 83"/>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6" name="Text 84"/>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7" name="Text 85"/>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8" name="Text 86"/>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0" name="Text 88"/>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91" name="Text 89"/>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3" name="Text 91"/>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4" name="Text 92"/>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5" name="Text 93"/>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6" name="Text 94"/>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8" name="Text 96"/>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9" name="Text 97"/>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0" name="Text 98"/>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01" name="Text 99"/>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2" name="Text 100"/>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3" name="Text 101"/>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5" name="Text 103"/>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06" name="Text 104"/>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7" name="Text 105"/>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8" name="Text 106"/>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9" name="Text 107"/>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10" name="Text 108"/>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1" name="Text 109"/>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12" name="Text 110"/>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3" name="Text 111"/>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5" name="Text 113"/>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6" name="Text 114"/>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7" name="Text 115"/>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0" name="Text 118"/>
          <p:cNvSpPr/>
          <p:nvPr/>
        </p:nvSpPr>
        <p:spPr>
          <a:xfrm>
            <a:off x="469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1" name="Text 119"/>
          <p:cNvSpPr/>
          <p:nvPr/>
        </p:nvSpPr>
        <p:spPr>
          <a:xfrm>
            <a:off x="469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2" name="Text 1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123" name="Text 1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3" name="Text 41"/>
          <p:cNvSpPr/>
          <p:nvPr/>
        </p:nvSpPr>
        <p:spPr>
          <a:xfrm>
            <a:off x="82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44" name="Text 42"/>
          <p:cNvSpPr/>
          <p:nvPr/>
        </p:nvSpPr>
        <p:spPr>
          <a:xfrm>
            <a:off x="82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82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82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47" name="Text 4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48" name="Text 4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9" name="Text 4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1" name="Text 49"/>
          <p:cNvSpPr/>
          <p:nvPr/>
        </p:nvSpPr>
        <p:spPr>
          <a:xfrm>
            <a:off x="286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3" name="Text 5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4" name="Text 5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5" name="Text 5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6" name="Text 5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9" name="Text 5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0" name="Text 5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1" name="Text 5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2" name="Text 6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3" name="Text 6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4" name="Text 6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8" name="Text 6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9" name="Text 6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0" name="Text 6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2" name="Text 70"/>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3" name="Text 71"/>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4" name="Text 72"/>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5" name="Text 73"/>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6" name="Text 74"/>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7" name="Text 75"/>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8" name="Text 76"/>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9" name="Text 77"/>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0" name="Text 78"/>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1" name="Text 79"/>
          <p:cNvSpPr/>
          <p:nvPr/>
        </p:nvSpPr>
        <p:spPr>
          <a:xfrm>
            <a:off x="286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2" name="Text 80"/>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3" name="Text 81"/>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4" name="Text 82"/>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5" name="Text 83"/>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6" name="Text 84"/>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88" name="Text 86"/>
          <p:cNvSpPr/>
          <p:nvPr/>
        </p:nvSpPr>
        <p:spPr>
          <a:xfrm>
            <a:off x="286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286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90" name="Text 88"/>
          <p:cNvSpPr/>
          <p:nvPr/>
        </p:nvSpPr>
        <p:spPr>
          <a:xfrm>
            <a:off x="286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1" name="Text 89"/>
          <p:cNvSpPr/>
          <p:nvPr/>
        </p:nvSpPr>
        <p:spPr>
          <a:xfrm>
            <a:off x="286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92" name="Text 9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3" name="Text 9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4" name="Text 9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5" name="Text 9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6" name="Text 9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8" name="Text 9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9" name="Text 9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0" name="Text 9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1" name="Text 9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2" name="Text 10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3" name="Text 101"/>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4" name="Text 10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5" name="Text 10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6" name="Text 10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7" name="Text 10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8" name="Text 10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9" name="Text 10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0" name="Text 108"/>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1" name="Text 10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2" name="Text 11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3" name="Text 11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4" name="Text 11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5" name="Text 113"/>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6" name="Text 114"/>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17" name="Text 115"/>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8" name="Text 116"/>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9" name="Text 117"/>
          <p:cNvSpPr/>
          <p:nvPr/>
        </p:nvSpPr>
        <p:spPr>
          <a:xfrm>
            <a:off x="490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0" name="Text 118"/>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1" name="Text 119"/>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2" name="Text 120"/>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3" name="Text 121"/>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4" name="Text 122"/>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5" name="Text 123"/>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26" name="Text 124"/>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27" name="Text 125"/>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8" name="Text 126"/>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90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0" name="Text 128"/>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1" name="Text 129"/>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2" name="Text 130"/>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33" name="Text 131"/>
          <p:cNvSpPr/>
          <p:nvPr/>
        </p:nvSpPr>
        <p:spPr>
          <a:xfrm>
            <a:off x="490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34" name="Text 132"/>
          <p:cNvSpPr/>
          <p:nvPr/>
        </p:nvSpPr>
        <p:spPr>
          <a:xfrm>
            <a:off x="490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5" name="Text 133"/>
          <p:cNvSpPr/>
          <p:nvPr/>
        </p:nvSpPr>
        <p:spPr>
          <a:xfrm>
            <a:off x="490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6" name="Text 134"/>
          <p:cNvSpPr/>
          <p:nvPr/>
        </p:nvSpPr>
        <p:spPr>
          <a:xfrm>
            <a:off x="490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7" name="Text 13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38" name="Text 13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3" name="Text 41"/>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4" name="Text 42"/>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45" name="Text 43"/>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7" name="Text 45"/>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9" name="Text 47"/>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0" name="Text 48"/>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2" name="Text 50"/>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3" name="Text 51"/>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4" name="Text 52"/>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5" name="Text 53"/>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6" name="Text 54"/>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7" name="Text 55"/>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8" name="Text 56"/>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0" name="Text 58"/>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1" name="Text 59"/>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2" name="Text 60"/>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4" name="Text 62"/>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65" name="Text 63"/>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66" name="Text 64"/>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7" name="Text 65"/>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8" name="Text 66"/>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9" name="Text 67"/>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0" name="Text 68"/>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1" name="Text 69"/>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2" name="Text 70"/>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4" name="Text 72"/>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6" name="Text 74"/>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7" name="Text 75"/>
          <p:cNvSpPr/>
          <p:nvPr/>
        </p:nvSpPr>
        <p:spPr>
          <a:xfrm>
            <a:off x="2652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9" name="Text 77"/>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0" name="Text 78"/>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1" name="Text 79"/>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2" name="Text 80"/>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5" name="Text 83"/>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6" name="Text 84"/>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89" name="Text 87"/>
          <p:cNvSpPr/>
          <p:nvPr/>
        </p:nvSpPr>
        <p:spPr>
          <a:xfrm>
            <a:off x="4692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2" name="Text 90"/>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4" name="Text 92"/>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7" name="Text 95"/>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8" name="Text 96"/>
          <p:cNvSpPr/>
          <p:nvPr/>
        </p:nvSpPr>
        <p:spPr>
          <a:xfrm>
            <a:off x="4692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0" name="Text 98"/>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2" name="Text 100"/>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3" name="Text 101"/>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4" name="Text 102"/>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5" name="Text 103"/>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6" name="Text 104"/>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7" name="Text 105"/>
          <p:cNvSpPr/>
          <p:nvPr/>
        </p:nvSpPr>
        <p:spPr>
          <a:xfrm>
            <a:off x="4692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9" name="Text 107"/>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1" name="Text 109"/>
          <p:cNvSpPr/>
          <p:nvPr/>
        </p:nvSpPr>
        <p:spPr>
          <a:xfrm>
            <a:off x="4692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3" name="Text 111"/>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4" name="Text 112"/>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15" name="Text 113"/>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6" name="Text 114"/>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7" name="Text 115"/>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20" name="Text 118"/>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1" name="Text 119"/>
          <p:cNvSpPr/>
          <p:nvPr/>
        </p:nvSpPr>
        <p:spPr>
          <a:xfrm>
            <a:off x="4692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3" name="Text 121"/>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4" name="Text 122"/>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5" name="Text 1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26" name="Text 1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828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828000" y="1512000"/>
            <a:ext cx="6120000" cy="0"/>
          </a:xfrm>
          <a:prstGeom prst="line">
            <a:avLst/>
          </a:prstGeom>
          <a:noFill/>
          <a:ln w="10160">
            <a:solidFill>
              <a:srgbClr val="67067C"/>
            </a:solidFill>
            <a:prstDash val="solid"/>
          </a:ln>
        </p:spPr>
      </p:sp>
      <p:sp>
        <p:nvSpPr>
          <p:cNvPr id="6" name="Text 4"/>
          <p:cNvSpPr/>
          <p:nvPr/>
        </p:nvSpPr>
        <p:spPr>
          <a:xfrm>
            <a:off x="82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7" name="Text 5"/>
          <p:cNvSpPr/>
          <p:nvPr/>
        </p:nvSpPr>
        <p:spPr>
          <a:xfrm>
            <a:off x="82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8" name="Text 6"/>
          <p:cNvSpPr/>
          <p:nvPr/>
        </p:nvSpPr>
        <p:spPr>
          <a:xfrm>
            <a:off x="82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9" name="Text 7"/>
          <p:cNvSpPr/>
          <p:nvPr/>
        </p:nvSpPr>
        <p:spPr>
          <a:xfrm>
            <a:off x="82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0" name="Text 8"/>
          <p:cNvSpPr/>
          <p:nvPr/>
        </p:nvSpPr>
        <p:spPr>
          <a:xfrm>
            <a:off x="82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1" name="Text 9"/>
          <p:cNvSpPr/>
          <p:nvPr/>
        </p:nvSpPr>
        <p:spPr>
          <a:xfrm>
            <a:off x="82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2" name="Text 10"/>
          <p:cNvSpPr/>
          <p:nvPr/>
        </p:nvSpPr>
        <p:spPr>
          <a:xfrm>
            <a:off x="82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37</a:t>
            </a:r>
            <a:endParaRPr lang="en-US" sz="740" dirty="0"/>
          </a:p>
        </p:txBody>
      </p:sp>
      <p:sp>
        <p:nvSpPr>
          <p:cNvPr id="13" name="Text 11"/>
          <p:cNvSpPr/>
          <p:nvPr/>
        </p:nvSpPr>
        <p:spPr>
          <a:xfrm>
            <a:off x="388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4" name="Text 12"/>
          <p:cNvSpPr/>
          <p:nvPr/>
        </p:nvSpPr>
        <p:spPr>
          <a:xfrm>
            <a:off x="388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37</a:t>
            </a:r>
            <a:endParaRPr lang="en-US" sz="740" dirty="0"/>
          </a:p>
        </p:txBody>
      </p:sp>
      <p:sp>
        <p:nvSpPr>
          <p:cNvPr id="15" name="Text 13"/>
          <p:cNvSpPr/>
          <p:nvPr/>
        </p:nvSpPr>
        <p:spPr>
          <a:xfrm>
            <a:off x="388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52</a:t>
            </a:r>
            <a:endParaRPr lang="en-US" sz="740" dirty="0"/>
          </a:p>
        </p:txBody>
      </p:sp>
      <p:sp>
        <p:nvSpPr>
          <p:cNvPr id="16" name="Text 14"/>
          <p:cNvSpPr/>
          <p:nvPr/>
        </p:nvSpPr>
        <p:spPr>
          <a:xfrm>
            <a:off x="388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7" name="Text 15"/>
          <p:cNvSpPr/>
          <p:nvPr/>
        </p:nvSpPr>
        <p:spPr>
          <a:xfrm>
            <a:off x="388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8" name="Text 16"/>
          <p:cNvSpPr/>
          <p:nvPr/>
        </p:nvSpPr>
        <p:spPr>
          <a:xfrm>
            <a:off x="388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9" name="Text 17"/>
          <p:cNvSpPr/>
          <p:nvPr/>
        </p:nvSpPr>
        <p:spPr>
          <a:xfrm>
            <a:off x="388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59</a:t>
            </a:r>
            <a:endParaRPr lang="en-US" sz="740" dirty="0"/>
          </a:p>
        </p:txBody>
      </p:sp>
      <p:sp>
        <p:nvSpPr>
          <p:cNvPr id="20" name="Text 18"/>
          <p:cNvSpPr/>
          <p:nvPr/>
        </p:nvSpPr>
        <p:spPr>
          <a:xfrm>
            <a:off x="828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828000" y="2988000"/>
            <a:ext cx="6120000" cy="0"/>
          </a:xfrm>
          <a:prstGeom prst="line">
            <a:avLst/>
          </a:prstGeom>
          <a:noFill/>
          <a:ln w="10160">
            <a:solidFill>
              <a:srgbClr val="67067C"/>
            </a:solidFill>
            <a:prstDash val="solid"/>
          </a:ln>
        </p:spPr>
      </p:sp>
      <p:sp>
        <p:nvSpPr>
          <p:cNvPr id="22" name="Text 20"/>
          <p:cNvSpPr/>
          <p:nvPr/>
        </p:nvSpPr>
        <p:spPr>
          <a:xfrm>
            <a:off x="82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3" name="Text 21"/>
          <p:cNvSpPr/>
          <p:nvPr/>
        </p:nvSpPr>
        <p:spPr>
          <a:xfrm>
            <a:off x="82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4" name="Text 22"/>
          <p:cNvSpPr/>
          <p:nvPr/>
        </p:nvSpPr>
        <p:spPr>
          <a:xfrm>
            <a:off x="82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5" name="Text 23"/>
          <p:cNvSpPr/>
          <p:nvPr/>
        </p:nvSpPr>
        <p:spPr>
          <a:xfrm>
            <a:off x="82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6" name="Text 24"/>
          <p:cNvSpPr/>
          <p:nvPr/>
        </p:nvSpPr>
        <p:spPr>
          <a:xfrm>
            <a:off x="388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7" name="Text 25"/>
          <p:cNvSpPr/>
          <p:nvPr/>
        </p:nvSpPr>
        <p:spPr>
          <a:xfrm>
            <a:off x="388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8" name="Text 26"/>
          <p:cNvSpPr/>
          <p:nvPr/>
        </p:nvSpPr>
        <p:spPr>
          <a:xfrm>
            <a:off x="388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9" name="Text 27"/>
          <p:cNvSpPr/>
          <p:nvPr/>
        </p:nvSpPr>
        <p:spPr>
          <a:xfrm>
            <a:off x="388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30" name="Text 28"/>
          <p:cNvSpPr/>
          <p:nvPr/>
        </p:nvSpPr>
        <p:spPr>
          <a:xfrm>
            <a:off x="828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828000" y="4032000"/>
            <a:ext cx="6120000" cy="0"/>
          </a:xfrm>
          <a:prstGeom prst="line">
            <a:avLst/>
          </a:prstGeom>
          <a:noFill/>
          <a:ln w="10160">
            <a:solidFill>
              <a:srgbClr val="67067C"/>
            </a:solidFill>
            <a:prstDash val="solid"/>
          </a:ln>
        </p:spPr>
      </p:sp>
      <p:sp>
        <p:nvSpPr>
          <p:cNvPr id="32" name="Text 30"/>
          <p:cNvSpPr/>
          <p:nvPr/>
        </p:nvSpPr>
        <p:spPr>
          <a:xfrm>
            <a:off x="82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3" name="Text 31"/>
          <p:cNvSpPr/>
          <p:nvPr/>
        </p:nvSpPr>
        <p:spPr>
          <a:xfrm>
            <a:off x="82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4" name="Text 32"/>
          <p:cNvSpPr/>
          <p:nvPr/>
        </p:nvSpPr>
        <p:spPr>
          <a:xfrm>
            <a:off x="82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5" name="Text 33"/>
          <p:cNvSpPr/>
          <p:nvPr/>
        </p:nvSpPr>
        <p:spPr>
          <a:xfrm>
            <a:off x="82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6" name="Text 34"/>
          <p:cNvSpPr/>
          <p:nvPr/>
        </p:nvSpPr>
        <p:spPr>
          <a:xfrm>
            <a:off x="388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7" name="Text 35"/>
          <p:cNvSpPr/>
          <p:nvPr/>
        </p:nvSpPr>
        <p:spPr>
          <a:xfrm>
            <a:off x="388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8" name="Text 36"/>
          <p:cNvSpPr/>
          <p:nvPr/>
        </p:nvSpPr>
        <p:spPr>
          <a:xfrm>
            <a:off x="388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9" name="Text 37"/>
          <p:cNvSpPr/>
          <p:nvPr/>
        </p:nvSpPr>
        <p:spPr>
          <a:xfrm>
            <a:off x="388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40" name="Text 38"/>
          <p:cNvSpPr/>
          <p:nvPr/>
        </p:nvSpPr>
        <p:spPr>
          <a:xfrm>
            <a:off x="828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828000" y="5076000"/>
            <a:ext cx="6120000" cy="0"/>
          </a:xfrm>
          <a:prstGeom prst="line">
            <a:avLst/>
          </a:prstGeom>
          <a:noFill/>
          <a:ln w="10160">
            <a:solidFill>
              <a:srgbClr val="67067C"/>
            </a:solidFill>
            <a:prstDash val="solid"/>
          </a:ln>
        </p:spPr>
      </p:sp>
      <p:sp>
        <p:nvSpPr>
          <p:cNvPr id="42" name="Text 40"/>
          <p:cNvSpPr/>
          <p:nvPr/>
        </p:nvSpPr>
        <p:spPr>
          <a:xfrm>
            <a:off x="82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3" name="Text 41"/>
          <p:cNvSpPr/>
          <p:nvPr/>
        </p:nvSpPr>
        <p:spPr>
          <a:xfrm>
            <a:off x="828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4" name="Text 42"/>
          <p:cNvSpPr/>
          <p:nvPr/>
        </p:nvSpPr>
        <p:spPr>
          <a:xfrm>
            <a:off x="388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5" name="Text 43"/>
          <p:cNvSpPr/>
          <p:nvPr/>
        </p:nvSpPr>
        <p:spPr>
          <a:xfrm>
            <a:off x="828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828000" y="5832000"/>
            <a:ext cx="6120000" cy="0"/>
          </a:xfrm>
          <a:prstGeom prst="line">
            <a:avLst/>
          </a:prstGeom>
          <a:noFill/>
          <a:ln w="10160">
            <a:solidFill>
              <a:srgbClr val="67067C"/>
            </a:solidFill>
            <a:prstDash val="solid"/>
          </a:ln>
        </p:spPr>
      </p:sp>
      <p:sp>
        <p:nvSpPr>
          <p:cNvPr id="47" name="Text 45"/>
          <p:cNvSpPr/>
          <p:nvPr/>
        </p:nvSpPr>
        <p:spPr>
          <a:xfrm>
            <a:off x="82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8" name="Text 46"/>
          <p:cNvSpPr/>
          <p:nvPr/>
        </p:nvSpPr>
        <p:spPr>
          <a:xfrm>
            <a:off x="82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9" name="Text 47"/>
          <p:cNvSpPr/>
          <p:nvPr/>
        </p:nvSpPr>
        <p:spPr>
          <a:xfrm>
            <a:off x="82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0" name="Text 48"/>
          <p:cNvSpPr/>
          <p:nvPr/>
        </p:nvSpPr>
        <p:spPr>
          <a:xfrm>
            <a:off x="82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1" name="Text 49"/>
          <p:cNvSpPr/>
          <p:nvPr/>
        </p:nvSpPr>
        <p:spPr>
          <a:xfrm>
            <a:off x="828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2" name="Text 50"/>
          <p:cNvSpPr/>
          <p:nvPr/>
        </p:nvSpPr>
        <p:spPr>
          <a:xfrm>
            <a:off x="388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3" name="Text 51"/>
          <p:cNvSpPr/>
          <p:nvPr/>
        </p:nvSpPr>
        <p:spPr>
          <a:xfrm>
            <a:off x="388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4" name="Text 52"/>
          <p:cNvSpPr/>
          <p:nvPr/>
        </p:nvSpPr>
        <p:spPr>
          <a:xfrm>
            <a:off x="388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62</a:t>
            </a:r>
            <a:endParaRPr lang="en-US" sz="740" dirty="0"/>
          </a:p>
        </p:txBody>
      </p:sp>
      <p:sp>
        <p:nvSpPr>
          <p:cNvPr id="55" name="Text 53"/>
          <p:cNvSpPr/>
          <p:nvPr/>
        </p:nvSpPr>
        <p:spPr>
          <a:xfrm>
            <a:off x="388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63</a:t>
            </a:r>
            <a:endParaRPr lang="en-US" sz="740" dirty="0"/>
          </a:p>
        </p:txBody>
      </p:sp>
      <p:sp>
        <p:nvSpPr>
          <p:cNvPr id="56" name="Text 5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57" name="Text 5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62</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63</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57</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48</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20" name="Text 18"/>
          <p:cNvSpPr/>
          <p:nvPr/>
        </p:nvSpPr>
        <p:spPr>
          <a:xfrm>
            <a:off x="61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21" name="Text 19"/>
          <p:cNvSpPr/>
          <p:nvPr/>
        </p:nvSpPr>
        <p:spPr>
          <a:xfrm>
            <a:off x="61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2" name="Text 20"/>
          <p:cNvSpPr/>
          <p:nvPr/>
        </p:nvSpPr>
        <p:spPr>
          <a:xfrm>
            <a:off x="61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3" name="Text 21"/>
          <p:cNvSpPr/>
          <p:nvPr/>
        </p:nvSpPr>
        <p:spPr>
          <a:xfrm>
            <a:off x="61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4" name="Text 22"/>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5" name="Text 23"/>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6" name="Text 24"/>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27" name="Text 25"/>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28" name="Text 26"/>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9" name="Text 27"/>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30" name="Text 28"/>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1" name="Text 29"/>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2" name="Text 30"/>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3" name="Text 31"/>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34" name="Text 32"/>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5" name="Text 33"/>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36" name="Text 34"/>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7" name="Text 35"/>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38" name="Text 36"/>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9" name="Text 37"/>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40" name="Text 38"/>
          <p:cNvSpPr/>
          <p:nvPr/>
        </p:nvSpPr>
        <p:spPr>
          <a:xfrm>
            <a:off x="367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41" name="Text 39"/>
          <p:cNvSpPr/>
          <p:nvPr/>
        </p:nvSpPr>
        <p:spPr>
          <a:xfrm>
            <a:off x="367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42" name="Text 40"/>
          <p:cNvSpPr/>
          <p:nvPr/>
        </p:nvSpPr>
        <p:spPr>
          <a:xfrm>
            <a:off x="367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43" name="Text 41"/>
          <p:cNvSpPr/>
          <p:nvPr/>
        </p:nvSpPr>
        <p:spPr>
          <a:xfrm>
            <a:off x="367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44" name="Text 42"/>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46" name="Text 4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2026-10-02T11:48:14Z</dcterms:created>
  <dcterms:modified xsi:type="dcterms:W3CDTF">2026-10-02T11:48:14Z</dcterms:modified>
</cp:coreProperties>
</file>