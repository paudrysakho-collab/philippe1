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jp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jp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incent et Alban Orion — Domaine de la Barbinière">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6328" y="1292400"/>
            <a:ext cx="579344"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domaine — Domaine Le Prieuré des Papes">    </p:cNvPr>
          <p:cNvPicPr>
            <a:picLocks noChangeAspect="1"/>
          </p:cNvPicPr>
          <p:nvPr/>
        </p:nvPicPr>
        <p:blipFill>
          <a:blip r:embed="rId3"/>
          <a:srcRect l="10312" r="10313" t="0" b="0"/>
          <a:stretch/>
        </p:blipFill>
        <p:spPr>
          <a:xfrm>
            <a:off x="828000" y="1292400"/>
            <a:ext cx="1440000" cy="1440000"/>
          </a:xfrm>
          <a:prstGeom prst="ellipse">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a vigneronne dans les vignes — Domaine Haut Marin">    </p:cNvPr>
          <p:cNvPicPr>
            <a:picLocks noChangeAspect="1"/>
          </p:cNvPicPr>
          <p:nvPr/>
        </p:nvPicPr>
        <p:blipFill>
          <a:blip r:embed="rId3"/>
          <a:srcRect l="30414" r="44466" t="0" b="0"/>
          <a:stretch/>
        </p:blipFill>
        <p:spPr>
          <a:xfrm>
            <a:off x="612000" y="1292400"/>
            <a:ext cx="1440000" cy="1440000"/>
          </a:xfrm>
          <a:prstGeom prst="ellipse">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6148" y="1292400"/>
            <a:ext cx="539705"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hâteau — Château Falfas">    </p:cNvPr>
          <p:cNvPicPr>
            <a:picLocks noChangeAspect="1"/>
          </p:cNvPicPr>
          <p:nvPr/>
        </p:nvPicPr>
        <p:blipFill>
          <a:blip r:embed="rId3"/>
          <a:srcRect l="17148" r="17147" t="0" b="0"/>
          <a:stretch/>
        </p:blipFill>
        <p:spPr>
          <a:xfrm>
            <a:off x="612000" y="1292400"/>
            <a:ext cx="1440000" cy="1440000"/>
          </a:xfrm>
          <a:prstGeom prst="ellipse">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a vigneronne — Famille d’Exea">    </p:cNvPr>
          <p:cNvPicPr>
            <a:picLocks noChangeAspect="1"/>
          </p:cNvPicPr>
          <p:nvPr/>
        </p:nvPicPr>
        <p:blipFill>
          <a:blip r:embed="rId3"/>
          <a:srcRect l="30534" r="10687" t="0" b="0"/>
          <a:stretch/>
        </p:blipFill>
        <p:spPr>
          <a:xfrm>
            <a:off x="828000" y="1292400"/>
            <a:ext cx="1440000" cy="1440000"/>
          </a:xfrm>
          <a:prstGeom prst="ellipse">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s vignerons au chai — Domaine Les Lys">    </p:cNvPr>
          <p:cNvPicPr>
            <a:picLocks noChangeAspect="1"/>
          </p:cNvPicPr>
          <p:nvPr/>
        </p:nvPicPr>
        <p:blipFill>
          <a:blip r:embed="rId3"/>
          <a:srcRect l="16185" r="16378" t="0" b="0"/>
          <a:stretch/>
        </p:blipFill>
        <p:spPr>
          <a:xfrm>
            <a:off x="828000" y="1292400"/>
            <a:ext cx="1440000" cy="1440000"/>
          </a:xfrm>
          <a:prstGeom prst="ellipse">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Olivier Langlais — Champagne Solemme">    </p:cNvPr>
          <p:cNvPicPr>
            <a:picLocks noChangeAspect="1"/>
          </p:cNvPicPr>
          <p:nvPr/>
        </p:nvPicPr>
        <p:blipFill>
          <a:blip r:embed="rId3"/>
          <a:srcRect l="12720" r="22701" t="0" b="0"/>
          <a:stretch/>
        </p:blipFill>
        <p:spPr>
          <a:xfrm>
            <a:off x="828000" y="1292400"/>
            <a:ext cx="1440000" cy="1440000"/>
          </a:xfrm>
          <a:prstGeom prst="ellipse">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 Benoît Prieur (CC0).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2026-10-08T17:43:50Z</dcterms:created>
  <dcterms:modified xsi:type="dcterms:W3CDTF">2026-10-08T17:43:50Z</dcterms:modified>
</cp:coreProperties>
</file>