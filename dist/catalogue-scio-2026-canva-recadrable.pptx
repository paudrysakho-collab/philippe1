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5" name="Text 19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6"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07" name="Text 19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8"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09" name="Text 20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0" name="Text 20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1" name="Text 20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2" name="Text 20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2026-10-02T18:13:40Z</dcterms:created>
  <dcterms:modified xsi:type="dcterms:W3CDTF">2026-10-02T18:13:40Z</dcterms:modified>
</cp:coreProperties>
</file>