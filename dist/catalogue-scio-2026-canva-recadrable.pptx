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79" name="Text 77"/>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0" name="Text 78"/>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1" name="Shape 79"/>
          <p:cNvSpPr/>
          <p:nvPr/>
        </p:nvSpPr>
        <p:spPr>
          <a:xfrm>
            <a:off x="612000" y="6512400"/>
            <a:ext cx="2952000" cy="0"/>
          </a:xfrm>
          <a:prstGeom prst="line">
            <a:avLst/>
          </a:prstGeom>
          <a:noFill/>
          <a:ln w="3810">
            <a:solidFill>
              <a:srgbClr val="C9CFC9"/>
            </a:solidFill>
            <a:prstDash val="solid"/>
          </a:ln>
        </p:spPr>
      </p:sp>
      <p:sp>
        <p:nvSpPr>
          <p:cNvPr id="82" name="Text 80"/>
          <p:cNvSpPr/>
          <p:nvPr/>
        </p:nvSpPr>
        <p:spPr>
          <a:xfrm>
            <a:off x="612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3" name="Text 81"/>
          <p:cNvSpPr/>
          <p:nvPr/>
        </p:nvSpPr>
        <p:spPr>
          <a:xfrm>
            <a:off x="918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4" name="Text 82"/>
          <p:cNvSpPr/>
          <p:nvPr/>
        </p:nvSpPr>
        <p:spPr>
          <a:xfrm>
            <a:off x="3204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5" name="Shape 83"/>
          <p:cNvSpPr/>
          <p:nvPr/>
        </p:nvSpPr>
        <p:spPr>
          <a:xfrm>
            <a:off x="612000" y="6714000"/>
            <a:ext cx="2952000" cy="0"/>
          </a:xfrm>
          <a:prstGeom prst="line">
            <a:avLst/>
          </a:prstGeom>
          <a:noFill/>
          <a:ln w="3810">
            <a:solidFill>
              <a:srgbClr val="C9CFC9"/>
            </a:solidFill>
            <a:prstDash val="solid"/>
          </a:ln>
        </p:spPr>
      </p:sp>
      <p:sp>
        <p:nvSpPr>
          <p:cNvPr id="86" name="Text 84"/>
          <p:cNvSpPr/>
          <p:nvPr/>
        </p:nvSpPr>
        <p:spPr>
          <a:xfrm>
            <a:off x="612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87" name="Text 85"/>
          <p:cNvSpPr/>
          <p:nvPr/>
        </p:nvSpPr>
        <p:spPr>
          <a:xfrm>
            <a:off x="918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88" name="Text 86"/>
          <p:cNvSpPr/>
          <p:nvPr/>
        </p:nvSpPr>
        <p:spPr>
          <a:xfrm>
            <a:off x="3204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89" name="Shape 87"/>
          <p:cNvSpPr/>
          <p:nvPr/>
        </p:nvSpPr>
        <p:spPr>
          <a:xfrm>
            <a:off x="612000" y="6915600"/>
            <a:ext cx="2952000" cy="0"/>
          </a:xfrm>
          <a:prstGeom prst="line">
            <a:avLst/>
          </a:prstGeom>
          <a:noFill/>
          <a:ln w="3810">
            <a:solidFill>
              <a:srgbClr val="C9CFC9"/>
            </a:solidFill>
            <a:prstDash val="solid"/>
          </a:ln>
        </p:spPr>
      </p:sp>
      <p:sp>
        <p:nvSpPr>
          <p:cNvPr id="90" name="Text 88"/>
          <p:cNvSpPr/>
          <p:nvPr/>
        </p:nvSpPr>
        <p:spPr>
          <a:xfrm>
            <a:off x="612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1" name="Text 89"/>
          <p:cNvSpPr/>
          <p:nvPr/>
        </p:nvSpPr>
        <p:spPr>
          <a:xfrm>
            <a:off x="918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2" name="Text 90"/>
          <p:cNvSpPr/>
          <p:nvPr/>
        </p:nvSpPr>
        <p:spPr>
          <a:xfrm>
            <a:off x="3204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3" name="Shape 91"/>
          <p:cNvSpPr/>
          <p:nvPr/>
        </p:nvSpPr>
        <p:spPr>
          <a:xfrm>
            <a:off x="612000" y="7117200"/>
            <a:ext cx="2952000" cy="0"/>
          </a:xfrm>
          <a:prstGeom prst="line">
            <a:avLst/>
          </a:prstGeom>
          <a:noFill/>
          <a:ln w="3810">
            <a:solidFill>
              <a:srgbClr val="C9CFC9"/>
            </a:solidFill>
            <a:prstDash val="solid"/>
          </a:ln>
        </p:spPr>
      </p:sp>
      <p:sp>
        <p:nvSpPr>
          <p:cNvPr id="94" name="Text 92"/>
          <p:cNvSpPr/>
          <p:nvPr/>
        </p:nvSpPr>
        <p:spPr>
          <a:xfrm>
            <a:off x="612000" y="7117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5" name="Text 93"/>
          <p:cNvSpPr/>
          <p:nvPr/>
        </p:nvSpPr>
        <p:spPr>
          <a:xfrm>
            <a:off x="918000" y="7117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96" name="Text 94"/>
          <p:cNvSpPr/>
          <p:nvPr/>
        </p:nvSpPr>
        <p:spPr>
          <a:xfrm>
            <a:off x="3204000" y="7117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97" name="Shape 95"/>
          <p:cNvSpPr/>
          <p:nvPr/>
        </p:nvSpPr>
        <p:spPr>
          <a:xfrm>
            <a:off x="612000" y="7318800"/>
            <a:ext cx="2952000" cy="0"/>
          </a:xfrm>
          <a:prstGeom prst="line">
            <a:avLst/>
          </a:prstGeom>
          <a:noFill/>
          <a:ln w="3810">
            <a:solidFill>
              <a:srgbClr val="C9CFC9"/>
            </a:solidFill>
            <a:prstDash val="solid"/>
          </a:ln>
        </p:spPr>
      </p:sp>
      <p:sp>
        <p:nvSpPr>
          <p:cNvPr id="98" name="Text 96"/>
          <p:cNvSpPr/>
          <p:nvPr/>
        </p:nvSpPr>
        <p:spPr>
          <a:xfrm>
            <a:off x="612000" y="7318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99" name="Text 97"/>
          <p:cNvSpPr/>
          <p:nvPr/>
        </p:nvSpPr>
        <p:spPr>
          <a:xfrm>
            <a:off x="918000" y="7318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0" name="Text 98"/>
          <p:cNvSpPr/>
          <p:nvPr/>
        </p:nvSpPr>
        <p:spPr>
          <a:xfrm>
            <a:off x="3204000" y="7318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1" name="Shape 99"/>
          <p:cNvSpPr/>
          <p:nvPr/>
        </p:nvSpPr>
        <p:spPr>
          <a:xfrm>
            <a:off x="612000" y="7520400"/>
            <a:ext cx="2952000" cy="0"/>
          </a:xfrm>
          <a:prstGeom prst="line">
            <a:avLst/>
          </a:prstGeom>
          <a:noFill/>
          <a:ln w="3810">
            <a:solidFill>
              <a:srgbClr val="C9CFC9"/>
            </a:solidFill>
            <a:prstDash val="solid"/>
          </a:ln>
        </p:spPr>
      </p:sp>
      <p:sp>
        <p:nvSpPr>
          <p:cNvPr id="102" name="Shape 100"/>
          <p:cNvSpPr/>
          <p:nvPr/>
        </p:nvSpPr>
        <p:spPr>
          <a:xfrm>
            <a:off x="3780000" y="1141200"/>
            <a:ext cx="115200" cy="115200"/>
          </a:xfrm>
          <a:prstGeom prst="rect">
            <a:avLst/>
          </a:prstGeom>
          <a:solidFill>
            <a:srgbClr val="D08C3C"/>
          </a:solidFill>
          <a:ln w="7620">
            <a:solidFill>
              <a:srgbClr val="D08C3C"/>
            </a:solidFill>
            <a:prstDash val="solid"/>
          </a:ln>
        </p:spPr>
      </p:sp>
      <p:sp>
        <p:nvSpPr>
          <p:cNvPr id="103" name="Text 101"/>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4" name="Shape 102"/>
          <p:cNvSpPr/>
          <p:nvPr/>
        </p:nvSpPr>
        <p:spPr>
          <a:xfrm>
            <a:off x="3780000" y="1335600"/>
            <a:ext cx="2952000" cy="0"/>
          </a:xfrm>
          <a:prstGeom prst="line">
            <a:avLst/>
          </a:prstGeom>
          <a:noFill/>
          <a:ln w="11430">
            <a:solidFill>
              <a:srgbClr val="67067C"/>
            </a:solidFill>
            <a:prstDash val="solid"/>
          </a:ln>
        </p:spPr>
      </p:sp>
      <p:sp>
        <p:nvSpPr>
          <p:cNvPr id="105" name="Text 103"/>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06" name="Text 104"/>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07" name="Text 105"/>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08" name="Shape 106"/>
          <p:cNvSpPr/>
          <p:nvPr/>
        </p:nvSpPr>
        <p:spPr>
          <a:xfrm>
            <a:off x="3780000" y="1587600"/>
            <a:ext cx="2952000" cy="0"/>
          </a:xfrm>
          <a:prstGeom prst="line">
            <a:avLst/>
          </a:prstGeom>
          <a:noFill/>
          <a:ln w="3810">
            <a:solidFill>
              <a:srgbClr val="C9CFC9"/>
            </a:solidFill>
            <a:prstDash val="solid"/>
          </a:ln>
        </p:spPr>
      </p:sp>
      <p:sp>
        <p:nvSpPr>
          <p:cNvPr id="109" name="Text 107"/>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0" name="Text 108"/>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1" name="Text 109"/>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2" name="Shape 110"/>
          <p:cNvSpPr/>
          <p:nvPr/>
        </p:nvSpPr>
        <p:spPr>
          <a:xfrm>
            <a:off x="3780000" y="1789200"/>
            <a:ext cx="2952000" cy="0"/>
          </a:xfrm>
          <a:prstGeom prst="line">
            <a:avLst/>
          </a:prstGeom>
          <a:noFill/>
          <a:ln w="3810">
            <a:solidFill>
              <a:srgbClr val="C9CFC9"/>
            </a:solidFill>
            <a:prstDash val="solid"/>
          </a:ln>
        </p:spPr>
      </p:sp>
      <p:sp>
        <p:nvSpPr>
          <p:cNvPr id="113" name="Text 111"/>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4" name="Text 112"/>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5" name="Text 113"/>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16" name="Shape 114"/>
          <p:cNvSpPr/>
          <p:nvPr/>
        </p:nvSpPr>
        <p:spPr>
          <a:xfrm>
            <a:off x="3780000" y="1990800"/>
            <a:ext cx="2952000" cy="0"/>
          </a:xfrm>
          <a:prstGeom prst="line">
            <a:avLst/>
          </a:prstGeom>
          <a:noFill/>
          <a:ln w="3810">
            <a:solidFill>
              <a:srgbClr val="C9CFC9"/>
            </a:solidFill>
            <a:prstDash val="solid"/>
          </a:ln>
        </p:spPr>
      </p:sp>
      <p:sp>
        <p:nvSpPr>
          <p:cNvPr id="117" name="Shape 115"/>
          <p:cNvSpPr/>
          <p:nvPr/>
        </p:nvSpPr>
        <p:spPr>
          <a:xfrm>
            <a:off x="3780000" y="2221200"/>
            <a:ext cx="115200" cy="115200"/>
          </a:xfrm>
          <a:prstGeom prst="rect">
            <a:avLst/>
          </a:prstGeom>
          <a:solidFill>
            <a:srgbClr val="A8515F"/>
          </a:solidFill>
          <a:ln w="7620">
            <a:solidFill>
              <a:srgbClr val="A8515F"/>
            </a:solidFill>
            <a:prstDash val="solid"/>
          </a:ln>
        </p:spPr>
      </p:sp>
      <p:sp>
        <p:nvSpPr>
          <p:cNvPr id="118" name="Text 116"/>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19" name="Shape 117"/>
          <p:cNvSpPr/>
          <p:nvPr/>
        </p:nvSpPr>
        <p:spPr>
          <a:xfrm>
            <a:off x="3780000" y="2415600"/>
            <a:ext cx="2952000" cy="0"/>
          </a:xfrm>
          <a:prstGeom prst="line">
            <a:avLst/>
          </a:prstGeom>
          <a:noFill/>
          <a:ln w="11430">
            <a:solidFill>
              <a:srgbClr val="67067C"/>
            </a:solidFill>
            <a:prstDash val="solid"/>
          </a:ln>
        </p:spPr>
      </p:sp>
      <p:sp>
        <p:nvSpPr>
          <p:cNvPr id="120" name="Text 118"/>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1" name="Text 119"/>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2" name="Text 120"/>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3" name="Shape 121"/>
          <p:cNvSpPr/>
          <p:nvPr/>
        </p:nvSpPr>
        <p:spPr>
          <a:xfrm>
            <a:off x="3780000" y="2667600"/>
            <a:ext cx="2952000" cy="0"/>
          </a:xfrm>
          <a:prstGeom prst="line">
            <a:avLst/>
          </a:prstGeom>
          <a:noFill/>
          <a:ln w="3810">
            <a:solidFill>
              <a:srgbClr val="C9CFC9"/>
            </a:solidFill>
            <a:prstDash val="solid"/>
          </a:ln>
        </p:spPr>
      </p:sp>
      <p:sp>
        <p:nvSpPr>
          <p:cNvPr id="124" name="Text 122"/>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5" name="Text 123"/>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26" name="Text 124"/>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27" name="Shape 125"/>
          <p:cNvSpPr/>
          <p:nvPr/>
        </p:nvSpPr>
        <p:spPr>
          <a:xfrm>
            <a:off x="3780000" y="2869200"/>
            <a:ext cx="2952000" cy="0"/>
          </a:xfrm>
          <a:prstGeom prst="line">
            <a:avLst/>
          </a:prstGeom>
          <a:noFill/>
          <a:ln w="3810">
            <a:solidFill>
              <a:srgbClr val="C9CFC9"/>
            </a:solidFill>
            <a:prstDash val="solid"/>
          </a:ln>
        </p:spPr>
      </p:sp>
      <p:sp>
        <p:nvSpPr>
          <p:cNvPr id="128" name="Text 126"/>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29" name="Text 127"/>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0" name="Text 128"/>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1" name="Shape 129"/>
          <p:cNvSpPr/>
          <p:nvPr/>
        </p:nvSpPr>
        <p:spPr>
          <a:xfrm>
            <a:off x="3780000" y="3070800"/>
            <a:ext cx="2952000" cy="0"/>
          </a:xfrm>
          <a:prstGeom prst="line">
            <a:avLst/>
          </a:prstGeom>
          <a:noFill/>
          <a:ln w="3810">
            <a:solidFill>
              <a:srgbClr val="C9CFC9"/>
            </a:solidFill>
            <a:prstDash val="solid"/>
          </a:ln>
        </p:spPr>
      </p:sp>
      <p:sp>
        <p:nvSpPr>
          <p:cNvPr id="132" name="Text 130"/>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3" name="Text 131"/>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4" name="Text 132"/>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5" name="Shape 133"/>
          <p:cNvSpPr/>
          <p:nvPr/>
        </p:nvSpPr>
        <p:spPr>
          <a:xfrm>
            <a:off x="3780000" y="3272400"/>
            <a:ext cx="2952000" cy="0"/>
          </a:xfrm>
          <a:prstGeom prst="line">
            <a:avLst/>
          </a:prstGeom>
          <a:noFill/>
          <a:ln w="3810">
            <a:solidFill>
              <a:srgbClr val="C9CFC9"/>
            </a:solidFill>
            <a:prstDash val="solid"/>
          </a:ln>
        </p:spPr>
      </p:sp>
      <p:sp>
        <p:nvSpPr>
          <p:cNvPr id="136" name="Text 134"/>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37" name="Text 135"/>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38" name="Text 136"/>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39" name="Shape 137"/>
          <p:cNvSpPr/>
          <p:nvPr/>
        </p:nvSpPr>
        <p:spPr>
          <a:xfrm>
            <a:off x="3780000" y="3474000"/>
            <a:ext cx="2952000" cy="0"/>
          </a:xfrm>
          <a:prstGeom prst="line">
            <a:avLst/>
          </a:prstGeom>
          <a:noFill/>
          <a:ln w="3810">
            <a:solidFill>
              <a:srgbClr val="C9CFC9"/>
            </a:solidFill>
            <a:prstDash val="solid"/>
          </a:ln>
        </p:spPr>
      </p:sp>
      <p:sp>
        <p:nvSpPr>
          <p:cNvPr id="140" name="Text 138"/>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1" name="Text 139"/>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2" name="Text 140"/>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3" name="Shape 141"/>
          <p:cNvSpPr/>
          <p:nvPr/>
        </p:nvSpPr>
        <p:spPr>
          <a:xfrm>
            <a:off x="3780000" y="3675600"/>
            <a:ext cx="2952000" cy="0"/>
          </a:xfrm>
          <a:prstGeom prst="line">
            <a:avLst/>
          </a:prstGeom>
          <a:noFill/>
          <a:ln w="3810">
            <a:solidFill>
              <a:srgbClr val="C9CFC9"/>
            </a:solidFill>
            <a:prstDash val="solid"/>
          </a:ln>
        </p:spPr>
      </p:sp>
      <p:sp>
        <p:nvSpPr>
          <p:cNvPr id="144" name="Shape 142"/>
          <p:cNvSpPr/>
          <p:nvPr/>
        </p:nvSpPr>
        <p:spPr>
          <a:xfrm>
            <a:off x="3780000" y="3906000"/>
            <a:ext cx="115200" cy="115200"/>
          </a:xfrm>
          <a:prstGeom prst="rect">
            <a:avLst/>
          </a:prstGeom>
          <a:solidFill>
            <a:srgbClr val="46606E"/>
          </a:solidFill>
          <a:ln w="7620">
            <a:solidFill>
              <a:srgbClr val="46606E"/>
            </a:solidFill>
            <a:prstDash val="solid"/>
          </a:ln>
        </p:spPr>
      </p:sp>
      <p:sp>
        <p:nvSpPr>
          <p:cNvPr id="145" name="Text 143"/>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46" name="Shape 144"/>
          <p:cNvSpPr/>
          <p:nvPr/>
        </p:nvSpPr>
        <p:spPr>
          <a:xfrm>
            <a:off x="3780000" y="4100400"/>
            <a:ext cx="2952000" cy="0"/>
          </a:xfrm>
          <a:prstGeom prst="line">
            <a:avLst/>
          </a:prstGeom>
          <a:noFill/>
          <a:ln w="11430">
            <a:solidFill>
              <a:srgbClr val="67067C"/>
            </a:solidFill>
            <a:prstDash val="solid"/>
          </a:ln>
        </p:spPr>
      </p:sp>
      <p:sp>
        <p:nvSpPr>
          <p:cNvPr id="147" name="Text 145"/>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48" name="Text 146"/>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49" name="Text 147"/>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0" name="Shape 148"/>
          <p:cNvSpPr/>
          <p:nvPr/>
        </p:nvSpPr>
        <p:spPr>
          <a:xfrm>
            <a:off x="3780000" y="4352400"/>
            <a:ext cx="2952000" cy="0"/>
          </a:xfrm>
          <a:prstGeom prst="line">
            <a:avLst/>
          </a:prstGeom>
          <a:noFill/>
          <a:ln w="3810">
            <a:solidFill>
              <a:srgbClr val="C9CFC9"/>
            </a:solidFill>
            <a:prstDash val="solid"/>
          </a:ln>
        </p:spPr>
      </p:sp>
      <p:sp>
        <p:nvSpPr>
          <p:cNvPr id="151" name="Shape 149"/>
          <p:cNvSpPr/>
          <p:nvPr/>
        </p:nvSpPr>
        <p:spPr>
          <a:xfrm>
            <a:off x="3780000" y="4582800"/>
            <a:ext cx="115200" cy="115200"/>
          </a:xfrm>
          <a:prstGeom prst="rect">
            <a:avLst/>
          </a:prstGeom>
          <a:solidFill>
            <a:srgbClr val="3C5B47"/>
          </a:solidFill>
          <a:ln w="7620">
            <a:solidFill>
              <a:srgbClr val="3C5B47"/>
            </a:solidFill>
            <a:prstDash val="solid"/>
          </a:ln>
        </p:spPr>
      </p:sp>
      <p:sp>
        <p:nvSpPr>
          <p:cNvPr id="152" name="Text 150"/>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3" name="Shape 151"/>
          <p:cNvSpPr/>
          <p:nvPr/>
        </p:nvSpPr>
        <p:spPr>
          <a:xfrm>
            <a:off x="3780000" y="4777200"/>
            <a:ext cx="2952000" cy="0"/>
          </a:xfrm>
          <a:prstGeom prst="line">
            <a:avLst/>
          </a:prstGeom>
          <a:noFill/>
          <a:ln w="11430">
            <a:solidFill>
              <a:srgbClr val="67067C"/>
            </a:solidFill>
            <a:prstDash val="solid"/>
          </a:ln>
        </p:spPr>
      </p:sp>
      <p:sp>
        <p:nvSpPr>
          <p:cNvPr id="154" name="Text 152"/>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5" name="Text 153"/>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56" name="Text 154"/>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57" name="Shape 155"/>
          <p:cNvSpPr/>
          <p:nvPr/>
        </p:nvSpPr>
        <p:spPr>
          <a:xfrm>
            <a:off x="3780000" y="5029200"/>
            <a:ext cx="2952000" cy="0"/>
          </a:xfrm>
          <a:prstGeom prst="line">
            <a:avLst/>
          </a:prstGeom>
          <a:noFill/>
          <a:ln w="3810">
            <a:solidFill>
              <a:srgbClr val="C9CFC9"/>
            </a:solidFill>
            <a:prstDash val="solid"/>
          </a:ln>
        </p:spPr>
      </p:sp>
      <p:sp>
        <p:nvSpPr>
          <p:cNvPr id="158" name="Text 156"/>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59" name="Text 157"/>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0" name="Text 158"/>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1" name="Shape 159"/>
          <p:cNvSpPr/>
          <p:nvPr/>
        </p:nvSpPr>
        <p:spPr>
          <a:xfrm>
            <a:off x="3780000" y="5230800"/>
            <a:ext cx="2952000" cy="0"/>
          </a:xfrm>
          <a:prstGeom prst="line">
            <a:avLst/>
          </a:prstGeom>
          <a:noFill/>
          <a:ln w="3810">
            <a:solidFill>
              <a:srgbClr val="C9CFC9"/>
            </a:solidFill>
            <a:prstDash val="solid"/>
          </a:ln>
        </p:spPr>
      </p:sp>
      <p:sp>
        <p:nvSpPr>
          <p:cNvPr id="162" name="Text 160"/>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3" name="Text 161"/>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4" name="Text 162"/>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5" name="Shape 163"/>
          <p:cNvSpPr/>
          <p:nvPr/>
        </p:nvSpPr>
        <p:spPr>
          <a:xfrm>
            <a:off x="3780000" y="5432400"/>
            <a:ext cx="2952000" cy="0"/>
          </a:xfrm>
          <a:prstGeom prst="line">
            <a:avLst/>
          </a:prstGeom>
          <a:noFill/>
          <a:ln w="3810">
            <a:solidFill>
              <a:srgbClr val="C9CFC9"/>
            </a:solidFill>
            <a:prstDash val="solid"/>
          </a:ln>
        </p:spPr>
      </p:sp>
      <p:sp>
        <p:nvSpPr>
          <p:cNvPr id="166" name="Text 164"/>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67" name="Text 165"/>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68" name="Text 166"/>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69" name="Shape 167"/>
          <p:cNvSpPr/>
          <p:nvPr/>
        </p:nvSpPr>
        <p:spPr>
          <a:xfrm>
            <a:off x="3780000" y="5634000"/>
            <a:ext cx="2952000" cy="0"/>
          </a:xfrm>
          <a:prstGeom prst="line">
            <a:avLst/>
          </a:prstGeom>
          <a:noFill/>
          <a:ln w="3810">
            <a:solidFill>
              <a:srgbClr val="C9CFC9"/>
            </a:solidFill>
            <a:prstDash val="solid"/>
          </a:ln>
        </p:spPr>
      </p:sp>
      <p:sp>
        <p:nvSpPr>
          <p:cNvPr id="170" name="Text 168"/>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1" name="Text 169"/>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2" name="Text 170"/>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3" name="Shape 171"/>
          <p:cNvSpPr/>
          <p:nvPr/>
        </p:nvSpPr>
        <p:spPr>
          <a:xfrm>
            <a:off x="3780000" y="5835600"/>
            <a:ext cx="2952000" cy="0"/>
          </a:xfrm>
          <a:prstGeom prst="line">
            <a:avLst/>
          </a:prstGeom>
          <a:noFill/>
          <a:ln w="3810">
            <a:solidFill>
              <a:srgbClr val="C9CFC9"/>
            </a:solidFill>
            <a:prstDash val="solid"/>
          </a:ln>
        </p:spPr>
      </p:sp>
      <p:sp>
        <p:nvSpPr>
          <p:cNvPr id="174" name="Shape 172"/>
          <p:cNvSpPr/>
          <p:nvPr/>
        </p:nvSpPr>
        <p:spPr>
          <a:xfrm>
            <a:off x="3780000" y="6066000"/>
            <a:ext cx="115200" cy="115200"/>
          </a:xfrm>
          <a:prstGeom prst="rect">
            <a:avLst/>
          </a:prstGeom>
          <a:solidFill>
            <a:srgbClr val="FBF8F1"/>
          </a:solidFill>
          <a:ln w="7620">
            <a:solidFill>
              <a:srgbClr val="46606E"/>
            </a:solidFill>
            <a:prstDash val="solid"/>
          </a:ln>
        </p:spPr>
      </p:sp>
      <p:sp>
        <p:nvSpPr>
          <p:cNvPr id="175" name="Text 173"/>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76" name="Shape 174"/>
          <p:cNvSpPr/>
          <p:nvPr/>
        </p:nvSpPr>
        <p:spPr>
          <a:xfrm>
            <a:off x="3780000" y="6260400"/>
            <a:ext cx="2952000" cy="0"/>
          </a:xfrm>
          <a:prstGeom prst="line">
            <a:avLst/>
          </a:prstGeom>
          <a:noFill/>
          <a:ln w="11430">
            <a:solidFill>
              <a:srgbClr val="67067C"/>
            </a:solidFill>
            <a:prstDash val="solid"/>
          </a:ln>
        </p:spPr>
      </p:sp>
      <p:sp>
        <p:nvSpPr>
          <p:cNvPr id="177" name="Text 175"/>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78" name="Text 176"/>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79" name="Text 177"/>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0" name="Shape 178"/>
          <p:cNvSpPr/>
          <p:nvPr/>
        </p:nvSpPr>
        <p:spPr>
          <a:xfrm>
            <a:off x="3780000" y="6512400"/>
            <a:ext cx="2952000" cy="0"/>
          </a:xfrm>
          <a:prstGeom prst="line">
            <a:avLst/>
          </a:prstGeom>
          <a:noFill/>
          <a:ln w="3810">
            <a:solidFill>
              <a:srgbClr val="C9CFC9"/>
            </a:solidFill>
            <a:prstDash val="solid"/>
          </a:ln>
        </p:spPr>
      </p:sp>
      <p:sp>
        <p:nvSpPr>
          <p:cNvPr id="181" name="Text 179"/>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2" name="Text 180"/>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3" name="Text 181"/>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4" name="Shape 182"/>
          <p:cNvSpPr/>
          <p:nvPr/>
        </p:nvSpPr>
        <p:spPr>
          <a:xfrm>
            <a:off x="3780000" y="6714000"/>
            <a:ext cx="2952000" cy="0"/>
          </a:xfrm>
          <a:prstGeom prst="line">
            <a:avLst/>
          </a:prstGeom>
          <a:noFill/>
          <a:ln w="3810">
            <a:solidFill>
              <a:srgbClr val="C9CFC9"/>
            </a:solidFill>
            <a:prstDash val="solid"/>
          </a:ln>
        </p:spPr>
      </p:sp>
      <p:sp>
        <p:nvSpPr>
          <p:cNvPr id="185" name="Text 183"/>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86" name="Text 184"/>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87" name="Text 185"/>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88" name="Shape 186"/>
          <p:cNvSpPr/>
          <p:nvPr/>
        </p:nvSpPr>
        <p:spPr>
          <a:xfrm>
            <a:off x="3780000" y="6915600"/>
            <a:ext cx="2952000" cy="0"/>
          </a:xfrm>
          <a:prstGeom prst="line">
            <a:avLst/>
          </a:prstGeom>
          <a:noFill/>
          <a:ln w="3810">
            <a:solidFill>
              <a:srgbClr val="C9CFC9"/>
            </a:solidFill>
            <a:prstDash val="solid"/>
          </a:ln>
        </p:spPr>
      </p:sp>
      <p:sp>
        <p:nvSpPr>
          <p:cNvPr id="189" name="Text 187"/>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0" name="Text 188"/>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1" name="Text 189"/>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2" name="Shape 190"/>
          <p:cNvSpPr/>
          <p:nvPr/>
        </p:nvSpPr>
        <p:spPr>
          <a:xfrm>
            <a:off x="3780000" y="7117200"/>
            <a:ext cx="2952000" cy="0"/>
          </a:xfrm>
          <a:prstGeom prst="line">
            <a:avLst/>
          </a:prstGeom>
          <a:noFill/>
          <a:ln w="3810">
            <a:solidFill>
              <a:srgbClr val="C9CFC9"/>
            </a:solidFill>
            <a:prstDash val="solid"/>
          </a:ln>
        </p:spPr>
      </p:sp>
      <p:sp>
        <p:nvSpPr>
          <p:cNvPr id="193" name="Shape 191"/>
          <p:cNvSpPr/>
          <p:nvPr/>
        </p:nvSpPr>
        <p:spPr>
          <a:xfrm>
            <a:off x="612000" y="8280000"/>
            <a:ext cx="6120000" cy="0"/>
          </a:xfrm>
          <a:prstGeom prst="line">
            <a:avLst/>
          </a:prstGeom>
          <a:noFill/>
          <a:ln w="10160">
            <a:solidFill>
              <a:srgbClr val="67067C"/>
            </a:solidFill>
            <a:prstDash val="solid"/>
          </a:ln>
        </p:spPr>
      </p:sp>
      <p:sp>
        <p:nvSpPr>
          <p:cNvPr id="194" name="Text 19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5" name="Text 19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96"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97" name="Text 19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98"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99" name="Text 19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0"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1" name="Text 19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2"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3" name="Text 19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4"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5" name="Text 19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06"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07" name="Text 19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08"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09" name="Text 20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0" name="Text 20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1" name="Text 20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2" name="Text 20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pn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pn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pn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pn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pn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2026-10-02T17:13:57Z</dcterms:created>
  <dcterms:modified xsi:type="dcterms:W3CDTF">2026-10-02T17:13:57Z</dcterms:modified>
</cp:coreProperties>
</file>