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788000"/>
            <a:ext cx="6120000" cy="1599545"/>
          </a:xfrm>
          <a:prstGeom prst="rect">
            <a:avLst/>
          </a:prstGeom>
        </p:spPr>
      </p:pic>
      <p:sp>
        <p:nvSpPr>
          <p:cNvPr id="11" name="Shape 7"/>
          <p:cNvSpPr/>
          <p:nvPr/>
        </p:nvSpPr>
        <p:spPr>
          <a:xfrm>
            <a:off x="828000" y="6732000"/>
            <a:ext cx="6120000" cy="0"/>
          </a:xfrm>
          <a:prstGeom prst="line">
            <a:avLst/>
          </a:prstGeom>
          <a:noFill/>
          <a:ln w="10160">
            <a:solidFill>
              <a:srgbClr val="67067C"/>
            </a:solidFill>
            <a:prstDash val="solid"/>
          </a:ln>
        </p:spPr>
      </p:sp>
      <p:sp>
        <p:nvSpPr>
          <p:cNvPr id="12" name="Text 8"/>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6328" y="1292400"/>
            <a:ext cx="579344"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6148" y="1292400"/>
            <a:ext cx="539705"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hâteau — Château Falfas">    </p:cNvPr>
          <p:cNvPicPr>
            <a:picLocks noChangeAspect="1"/>
          </p:cNvPicPr>
          <p:nvPr/>
        </p:nvPicPr>
        <p:blipFill>
          <a:blip r:embed="rId3"/>
          <a:srcRect l="17148" r="17147" t="0" b="0"/>
          <a:stretch/>
        </p:blipFill>
        <p:spPr>
          <a:xfrm>
            <a:off x="612000" y="1292400"/>
            <a:ext cx="1440000" cy="1440000"/>
          </a:xfrm>
          <a:prstGeom prst="ellipse">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 Benoît Prieur (CC0).</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2026-10-08T16:07:16Z</dcterms:created>
  <dcterms:modified xsi:type="dcterms:W3CDTF">2026-10-08T16:07:16Z</dcterms:modified>
</cp:coreProperties>
</file>