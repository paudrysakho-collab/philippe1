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7560000" cy="9360000"/>
  <p:notesSz cx="9360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160000" y="1440000"/>
            <a:ext cx="3456000" cy="5400000"/>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1300" dirty="0"/>
          </a:p>
        </p:txBody>
      </p:sp>
      <p:sp>
        <p:nvSpPr>
          <p:cNvPr id="3" name="Text 1"/>
          <p:cNvSpPr/>
          <p:nvPr/>
        </p:nvSpPr>
        <p:spPr>
          <a:xfrm>
            <a:off x="288000" y="1440000"/>
            <a:ext cx="396000" cy="504000"/>
          </a:xfrm>
          <a:prstGeom prst="rect">
            <a:avLst/>
          </a:prstGeom>
          <a:noFill/>
          <a:ln/>
        </p:spPr>
        <p:txBody>
          <a:bodyPr wrap="square" lIns="0" tIns="0" rIns="0" bIns="0" rtlCol="0" anchor="t"/>
          <a:lstStyle/>
          <a:p>
            <a:pPr indent="0" marL="0">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4" name="Text 2"/>
          <p:cNvSpPr/>
          <p:nvPr/>
        </p:nvSpPr>
        <p:spPr>
          <a:xfrm>
            <a:off x="288000" y="2880000"/>
            <a:ext cx="396000" cy="504000"/>
          </a:xfrm>
          <a:prstGeom prst="rect">
            <a:avLst/>
          </a:prstGeom>
          <a:noFill/>
          <a:ln/>
        </p:spPr>
        <p:txBody>
          <a:bodyPr wrap="square" lIns="0" tIns="0" rIns="0" bIns="0" rtlCol="0" anchor="t"/>
          <a:lstStyle/>
          <a:p>
            <a:pPr indent="0" marL="0">
              <a:lnSpc>
                <a:spcPct val="142000"/>
              </a:lnSpc>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5" name="Text 3"/>
          <p:cNvSpPr/>
          <p:nvPr/>
        </p:nvSpPr>
        <p:spPr>
          <a:xfrm>
            <a:off x="720000" y="1440000"/>
            <a:ext cx="396000" cy="504000"/>
          </a:xfrm>
          <a:prstGeom prst="rect">
            <a:avLst/>
          </a:prstGeom>
          <a:noFill/>
          <a:ln/>
        </p:spPr>
        <p:txBody>
          <a:bodyPr wrap="square" lIns="0" tIns="0" rIns="0" bIns="0" rtlCol="0" anchor="t"/>
          <a:lstStyle/>
          <a:p>
            <a:pPr indent="0" marL="0">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6" name="Text 4"/>
          <p:cNvSpPr/>
          <p:nvPr/>
        </p:nvSpPr>
        <p:spPr>
          <a:xfrm>
            <a:off x="720000" y="2880000"/>
            <a:ext cx="396000" cy="504000"/>
          </a:xfrm>
          <a:prstGeom prst="rect">
            <a:avLst/>
          </a:prstGeom>
          <a:noFill/>
          <a:ln/>
        </p:spPr>
        <p:txBody>
          <a:bodyPr wrap="square" lIns="0" tIns="0" rIns="0" bIns="0" rtlCol="0" anchor="t"/>
          <a:lstStyle/>
          <a:p>
            <a:pPr indent="0" marL="0">
              <a:lnSpc>
                <a:spcPct val="142000"/>
              </a:lnSpc>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7" name="Text 5"/>
          <p:cNvSpPr/>
          <p:nvPr/>
        </p:nvSpPr>
        <p:spPr>
          <a:xfrm>
            <a:off x="1152000" y="1440000"/>
            <a:ext cx="396000" cy="504000"/>
          </a:xfrm>
          <a:prstGeom prst="rect">
            <a:avLst/>
          </a:prstGeom>
          <a:noFill/>
          <a:ln/>
        </p:spPr>
        <p:txBody>
          <a:bodyPr wrap="square" lIns="0" tIns="0" rIns="0" bIns="0" rtlCol="0" anchor="t"/>
          <a:lstStyle/>
          <a:p>
            <a:pPr indent="0" marL="0">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8" name="Text 6"/>
          <p:cNvSpPr/>
          <p:nvPr/>
        </p:nvSpPr>
        <p:spPr>
          <a:xfrm>
            <a:off x="1152000" y="2880000"/>
            <a:ext cx="396000" cy="504000"/>
          </a:xfrm>
          <a:prstGeom prst="rect">
            <a:avLst/>
          </a:prstGeom>
          <a:noFill/>
          <a:ln/>
        </p:spPr>
        <p:txBody>
          <a:bodyPr wrap="square" lIns="0" tIns="0" rIns="0" bIns="0" rtlCol="0" anchor="t"/>
          <a:lstStyle/>
          <a:p>
            <a:pPr indent="0" marL="0">
              <a:lnSpc>
                <a:spcPct val="142000"/>
              </a:lnSpc>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9" name="Text 7"/>
          <p:cNvSpPr/>
          <p:nvPr/>
        </p:nvSpPr>
        <p:spPr>
          <a:xfrm>
            <a:off x="1584000" y="1440000"/>
            <a:ext cx="396000" cy="504000"/>
          </a:xfrm>
          <a:prstGeom prst="rect">
            <a:avLst/>
          </a:prstGeom>
          <a:noFill/>
          <a:ln/>
        </p:spPr>
        <p:txBody>
          <a:bodyPr wrap="square" lIns="0" tIns="0" rIns="0" bIns="0" rtlCol="0" anchor="t"/>
          <a:lstStyle/>
          <a:p>
            <a:pPr indent="0" marL="0">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
        <p:nvSpPr>
          <p:cNvPr id="10" name="Text 8"/>
          <p:cNvSpPr/>
          <p:nvPr/>
        </p:nvSpPr>
        <p:spPr>
          <a:xfrm>
            <a:off x="1584000" y="2880000"/>
            <a:ext cx="396000" cy="504000"/>
          </a:xfrm>
          <a:prstGeom prst="rect">
            <a:avLst/>
          </a:prstGeom>
          <a:noFill/>
          <a:ln/>
        </p:spPr>
        <p:txBody>
          <a:bodyPr wrap="square" lIns="0" tIns="0" rIns="0" bIns="0" rtlCol="0" anchor="t"/>
          <a:lstStyle/>
          <a:p>
            <a:pPr indent="0" marL="0">
              <a:lnSpc>
                <a:spcPct val="142000"/>
              </a:lnSpc>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160000" y="1440000"/>
            <a:ext cx="3456000" cy="5400000"/>
          </a:xfrm>
          <a:prstGeom prst="rect">
            <a:avLst/>
          </a:prstGeom>
          <a:noFill/>
          <a:ln/>
        </p:spPr>
        <p:txBody>
          <a:bodyPr wrap="square" lIns="0" tIns="0" rIns="0" bIns="0" rtlCol="0" anchor="t"/>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1100" dirty="0"/>
          </a:p>
        </p:txBody>
      </p:sp>
      <p:sp>
        <p:nvSpPr>
          <p:cNvPr id="3" name="Text 1"/>
          <p:cNvSpPr/>
          <p:nvPr/>
        </p:nvSpPr>
        <p:spPr>
          <a:xfrm>
            <a:off x="288000" y="1440000"/>
            <a:ext cx="396000" cy="504000"/>
          </a:xfrm>
          <a:prstGeom prst="rect">
            <a:avLst/>
          </a:prstGeom>
          <a:noFill/>
          <a:ln/>
        </p:spPr>
        <p:txBody>
          <a:bodyPr wrap="square" lIns="0" tIns="0" rIns="0" bIns="0" rtlCol="0" anchor="t"/>
          <a:lstStyle/>
          <a:p>
            <a:pPr indent="0" marL="0">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4" name="Text 2"/>
          <p:cNvSpPr/>
          <p:nvPr/>
        </p:nvSpPr>
        <p:spPr>
          <a:xfrm>
            <a:off x="288000" y="2880000"/>
            <a:ext cx="396000" cy="504000"/>
          </a:xfrm>
          <a:prstGeom prst="rect">
            <a:avLst/>
          </a:prstGeom>
          <a:noFill/>
          <a:ln/>
        </p:spPr>
        <p:txBody>
          <a:bodyPr wrap="square" lIns="0" tIns="0" rIns="0" bIns="0" rtlCol="0" anchor="t"/>
          <a:lstStyle/>
          <a:p>
            <a:pPr indent="0" marL="0">
              <a:lnSpc>
                <a:spcPct val="142000"/>
              </a:lnSpc>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5" name="Text 3"/>
          <p:cNvSpPr/>
          <p:nvPr/>
        </p:nvSpPr>
        <p:spPr>
          <a:xfrm>
            <a:off x="720000" y="1440000"/>
            <a:ext cx="396000" cy="504000"/>
          </a:xfrm>
          <a:prstGeom prst="rect">
            <a:avLst/>
          </a:prstGeom>
          <a:noFill/>
          <a:ln/>
        </p:spPr>
        <p:txBody>
          <a:bodyPr wrap="square" lIns="0" tIns="0" rIns="0" bIns="0" rtlCol="0" anchor="t"/>
          <a:lstStyle/>
          <a:p>
            <a:pPr indent="0" marL="0">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6" name="Text 4"/>
          <p:cNvSpPr/>
          <p:nvPr/>
        </p:nvSpPr>
        <p:spPr>
          <a:xfrm>
            <a:off x="720000" y="2880000"/>
            <a:ext cx="396000" cy="504000"/>
          </a:xfrm>
          <a:prstGeom prst="rect">
            <a:avLst/>
          </a:prstGeom>
          <a:noFill/>
          <a:ln/>
        </p:spPr>
        <p:txBody>
          <a:bodyPr wrap="square" lIns="0" tIns="0" rIns="0" bIns="0" rtlCol="0" anchor="t"/>
          <a:lstStyle/>
          <a:p>
            <a:pPr indent="0" marL="0">
              <a:lnSpc>
                <a:spcPct val="142000"/>
              </a:lnSpc>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7" name="Text 5"/>
          <p:cNvSpPr/>
          <p:nvPr/>
        </p:nvSpPr>
        <p:spPr>
          <a:xfrm>
            <a:off x="1152000" y="1440000"/>
            <a:ext cx="396000" cy="504000"/>
          </a:xfrm>
          <a:prstGeom prst="rect">
            <a:avLst/>
          </a:prstGeom>
          <a:noFill/>
          <a:ln/>
        </p:spPr>
        <p:txBody>
          <a:bodyPr wrap="square" lIns="0" tIns="0" rIns="0" bIns="0" rtlCol="0" anchor="t"/>
          <a:lstStyle/>
          <a:p>
            <a:pPr indent="0" marL="0">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8" name="Text 6"/>
          <p:cNvSpPr/>
          <p:nvPr/>
        </p:nvSpPr>
        <p:spPr>
          <a:xfrm>
            <a:off x="1152000" y="2880000"/>
            <a:ext cx="396000" cy="504000"/>
          </a:xfrm>
          <a:prstGeom prst="rect">
            <a:avLst/>
          </a:prstGeom>
          <a:noFill/>
          <a:ln/>
        </p:spPr>
        <p:txBody>
          <a:bodyPr wrap="square" lIns="0" tIns="0" rIns="0" bIns="0" rtlCol="0" anchor="t"/>
          <a:lstStyle/>
          <a:p>
            <a:pPr indent="0" marL="0">
              <a:lnSpc>
                <a:spcPct val="142000"/>
              </a:lnSpc>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9" name="Text 7"/>
          <p:cNvSpPr/>
          <p:nvPr/>
        </p:nvSpPr>
        <p:spPr>
          <a:xfrm>
            <a:off x="1584000" y="1440000"/>
            <a:ext cx="396000" cy="504000"/>
          </a:xfrm>
          <a:prstGeom prst="rect">
            <a:avLst/>
          </a:prstGeom>
          <a:noFill/>
          <a:ln/>
        </p:spPr>
        <p:txBody>
          <a:bodyPr wrap="square" lIns="0" tIns="0" rIns="0" bIns="0" rtlCol="0" anchor="t"/>
          <a:lstStyle/>
          <a:p>
            <a:pPr indent="0" marL="0">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
        <p:nvSpPr>
          <p:cNvPr id="10" name="Text 8"/>
          <p:cNvSpPr/>
          <p:nvPr/>
        </p:nvSpPr>
        <p:spPr>
          <a:xfrm>
            <a:off x="1584000" y="2880000"/>
            <a:ext cx="396000" cy="504000"/>
          </a:xfrm>
          <a:prstGeom prst="rect">
            <a:avLst/>
          </a:prstGeom>
          <a:noFill/>
          <a:ln/>
        </p:spPr>
        <p:txBody>
          <a:bodyPr wrap="square" lIns="0" tIns="0" rIns="0" bIns="0" rtlCol="0" anchor="t"/>
          <a:lstStyle/>
          <a:p>
            <a:pPr indent="0" marL="0">
              <a:lnSpc>
                <a:spcPct val="142000"/>
              </a:lnSpc>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160000" y="1440000"/>
            <a:ext cx="3456000" cy="5400000"/>
          </a:xfrm>
          <a:prstGeom prst="rect">
            <a:avLst/>
          </a:prstGeom>
          <a:noFill/>
          <a:ln/>
        </p:spPr>
        <p:txBody>
          <a:bodyPr wrap="square" lIns="0" tIns="0" rIns="0" bIns="0" rtlCol="0" anchor="t"/>
          <a:lstStyle/>
          <a:p>
            <a:pPr indent="0" marL="0">
              <a:lnSpc>
                <a:spcPct val="130000"/>
              </a:lnSpc>
              <a:buNone/>
            </a:pPr>
            <a:r>
              <a:rPr lang="en-US" sz="950" dirty="0">
                <a:solidFill>
                  <a:srgbClr val="46606E"/>
                </a:solidFill>
                <a:latin typeface="Spectral" pitchFamily="34" charset="0"/>
                <a:ea typeface="Spectral" pitchFamily="34" charset="-122"/>
                <a:cs typeface="Spectral" pitchFamily="34" charset="-120"/>
              </a:rPr>
              <a:t>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950" dirty="0"/>
          </a:p>
        </p:txBody>
      </p:sp>
      <p:sp>
        <p:nvSpPr>
          <p:cNvPr id="3" name="Text 1"/>
          <p:cNvSpPr/>
          <p:nvPr/>
        </p:nvSpPr>
        <p:spPr>
          <a:xfrm>
            <a:off x="288000" y="1440000"/>
            <a:ext cx="396000" cy="504000"/>
          </a:xfrm>
          <a:prstGeom prst="rect">
            <a:avLst/>
          </a:prstGeom>
          <a:noFill/>
          <a:ln/>
        </p:spPr>
        <p:txBody>
          <a:bodyPr wrap="square" lIns="0" tIns="0" rIns="0" bIns="0" rtlCol="0" anchor="t"/>
          <a:lstStyle/>
          <a:p>
            <a:pPr indent="0" marL="0">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4" name="Text 2"/>
          <p:cNvSpPr/>
          <p:nvPr/>
        </p:nvSpPr>
        <p:spPr>
          <a:xfrm>
            <a:off x="288000" y="2880000"/>
            <a:ext cx="396000" cy="504000"/>
          </a:xfrm>
          <a:prstGeom prst="rect">
            <a:avLst/>
          </a:prstGeom>
          <a:noFill/>
          <a:ln/>
        </p:spPr>
        <p:txBody>
          <a:bodyPr wrap="square" lIns="0" tIns="0" rIns="0" bIns="0" rtlCol="0" anchor="t"/>
          <a:lstStyle/>
          <a:p>
            <a:pPr indent="0" marL="0">
              <a:lnSpc>
                <a:spcPct val="130000"/>
              </a:lnSpc>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5" name="Text 3"/>
          <p:cNvSpPr/>
          <p:nvPr/>
        </p:nvSpPr>
        <p:spPr>
          <a:xfrm>
            <a:off x="720000" y="1440000"/>
            <a:ext cx="396000" cy="504000"/>
          </a:xfrm>
          <a:prstGeom prst="rect">
            <a:avLst/>
          </a:prstGeom>
          <a:noFill/>
          <a:ln/>
        </p:spPr>
        <p:txBody>
          <a:bodyPr wrap="square" lIns="0" tIns="0" rIns="0" bIns="0" rtlCol="0" anchor="t"/>
          <a:lstStyle/>
          <a:p>
            <a:pPr indent="0" marL="0">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6" name="Text 4"/>
          <p:cNvSpPr/>
          <p:nvPr/>
        </p:nvSpPr>
        <p:spPr>
          <a:xfrm>
            <a:off x="720000" y="2880000"/>
            <a:ext cx="396000" cy="504000"/>
          </a:xfrm>
          <a:prstGeom prst="rect">
            <a:avLst/>
          </a:prstGeom>
          <a:noFill/>
          <a:ln/>
        </p:spPr>
        <p:txBody>
          <a:bodyPr wrap="square" lIns="0" tIns="0" rIns="0" bIns="0" rtlCol="0" anchor="t"/>
          <a:lstStyle/>
          <a:p>
            <a:pPr indent="0" marL="0">
              <a:lnSpc>
                <a:spcPct val="130000"/>
              </a:lnSpc>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7" name="Text 5"/>
          <p:cNvSpPr/>
          <p:nvPr/>
        </p:nvSpPr>
        <p:spPr>
          <a:xfrm>
            <a:off x="1152000" y="1440000"/>
            <a:ext cx="396000" cy="504000"/>
          </a:xfrm>
          <a:prstGeom prst="rect">
            <a:avLst/>
          </a:prstGeom>
          <a:noFill/>
          <a:ln/>
        </p:spPr>
        <p:txBody>
          <a:bodyPr wrap="square" lIns="0" tIns="0" rIns="0" bIns="0" rtlCol="0" anchor="t"/>
          <a:lstStyle/>
          <a:p>
            <a:pPr indent="0" marL="0">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8" name="Text 6"/>
          <p:cNvSpPr/>
          <p:nvPr/>
        </p:nvSpPr>
        <p:spPr>
          <a:xfrm>
            <a:off x="1152000" y="2880000"/>
            <a:ext cx="396000" cy="504000"/>
          </a:xfrm>
          <a:prstGeom prst="rect">
            <a:avLst/>
          </a:prstGeom>
          <a:noFill/>
          <a:ln/>
        </p:spPr>
        <p:txBody>
          <a:bodyPr wrap="square" lIns="0" tIns="0" rIns="0" bIns="0" rtlCol="0" anchor="t"/>
          <a:lstStyle/>
          <a:p>
            <a:pPr indent="0" marL="0">
              <a:lnSpc>
                <a:spcPct val="130000"/>
              </a:lnSpc>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9" name="Text 7"/>
          <p:cNvSpPr/>
          <p:nvPr/>
        </p:nvSpPr>
        <p:spPr>
          <a:xfrm>
            <a:off x="1584000" y="1440000"/>
            <a:ext cx="396000" cy="504000"/>
          </a:xfrm>
          <a:prstGeom prst="rect">
            <a:avLst/>
          </a:prstGeom>
          <a:noFill/>
          <a:ln/>
        </p:spPr>
        <p:txBody>
          <a:bodyPr wrap="square" lIns="0" tIns="0" rIns="0" bIns="0" rtlCol="0" anchor="t"/>
          <a:lstStyle/>
          <a:p>
            <a:pPr indent="0" marL="0">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
        <p:nvSpPr>
          <p:cNvPr id="10" name="Text 8"/>
          <p:cNvSpPr/>
          <p:nvPr/>
        </p:nvSpPr>
        <p:spPr>
          <a:xfrm>
            <a:off x="1584000" y="2880000"/>
            <a:ext cx="396000" cy="504000"/>
          </a:xfrm>
          <a:prstGeom prst="rect">
            <a:avLst/>
          </a:prstGeom>
          <a:noFill/>
          <a:ln/>
        </p:spPr>
        <p:txBody>
          <a:bodyPr wrap="square" lIns="0" tIns="0" rIns="0" bIns="0" rtlCol="0" anchor="t"/>
          <a:lstStyle/>
          <a:p>
            <a:pPr indent="0" marL="0">
              <a:lnSpc>
                <a:spcPct val="130000"/>
              </a:lnSpc>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160000" y="1440000"/>
            <a:ext cx="3456000" cy="5400000"/>
          </a:xfrm>
          <a:prstGeom prst="rect">
            <a:avLst/>
          </a:prstGeom>
          <a:noFill/>
          <a:ln/>
        </p:spPr>
        <p:txBody>
          <a:bodyPr wrap="square" lIns="0" tIns="0" rIns="0" bIns="0" rtlCol="0" anchor="t"/>
          <a:lstStyle/>
          <a:p>
            <a:pPr indent="0" marL="0">
              <a:lnSpc>
                <a:spcPct val="142000"/>
              </a:lnSpc>
              <a:buNone/>
            </a:pPr>
            <a:r>
              <a:rPr lang="en-US" sz="950" dirty="0">
                <a:solidFill>
                  <a:srgbClr val="46606E"/>
                </a:solidFill>
                <a:latin typeface="Spectral" pitchFamily="34" charset="0"/>
                <a:ea typeface="Spectral" pitchFamily="34" charset="-122"/>
                <a:cs typeface="Spectral" pitchFamily="34" charset="-120"/>
              </a:rPr>
              <a:t>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950" dirty="0"/>
          </a:p>
        </p:txBody>
      </p:sp>
      <p:sp>
        <p:nvSpPr>
          <p:cNvPr id="3" name="Text 1"/>
          <p:cNvSpPr/>
          <p:nvPr/>
        </p:nvSpPr>
        <p:spPr>
          <a:xfrm>
            <a:off x="288000" y="1440000"/>
            <a:ext cx="396000" cy="504000"/>
          </a:xfrm>
          <a:prstGeom prst="rect">
            <a:avLst/>
          </a:prstGeom>
          <a:noFill/>
          <a:ln/>
        </p:spPr>
        <p:txBody>
          <a:bodyPr wrap="square" lIns="0" tIns="0" rIns="0" bIns="0" rtlCol="0" anchor="t"/>
          <a:lstStyle/>
          <a:p>
            <a:pPr indent="0" marL="0">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4" name="Text 2"/>
          <p:cNvSpPr/>
          <p:nvPr/>
        </p:nvSpPr>
        <p:spPr>
          <a:xfrm>
            <a:off x="288000" y="2880000"/>
            <a:ext cx="396000" cy="504000"/>
          </a:xfrm>
          <a:prstGeom prst="rect">
            <a:avLst/>
          </a:prstGeom>
          <a:noFill/>
          <a:ln/>
        </p:spPr>
        <p:txBody>
          <a:bodyPr wrap="square" lIns="0" tIns="0" rIns="0" bIns="0" rtlCol="0" anchor="t"/>
          <a:lstStyle/>
          <a:p>
            <a:pPr indent="0" marL="0">
              <a:lnSpc>
                <a:spcPct val="142000"/>
              </a:lnSpc>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5" name="Text 3"/>
          <p:cNvSpPr/>
          <p:nvPr/>
        </p:nvSpPr>
        <p:spPr>
          <a:xfrm>
            <a:off x="720000" y="1440000"/>
            <a:ext cx="396000" cy="504000"/>
          </a:xfrm>
          <a:prstGeom prst="rect">
            <a:avLst/>
          </a:prstGeom>
          <a:noFill/>
          <a:ln/>
        </p:spPr>
        <p:txBody>
          <a:bodyPr wrap="square" lIns="0" tIns="0" rIns="0" bIns="0" rtlCol="0" anchor="t"/>
          <a:lstStyle/>
          <a:p>
            <a:pPr indent="0" marL="0">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6" name="Text 4"/>
          <p:cNvSpPr/>
          <p:nvPr/>
        </p:nvSpPr>
        <p:spPr>
          <a:xfrm>
            <a:off x="720000" y="2880000"/>
            <a:ext cx="396000" cy="504000"/>
          </a:xfrm>
          <a:prstGeom prst="rect">
            <a:avLst/>
          </a:prstGeom>
          <a:noFill/>
          <a:ln/>
        </p:spPr>
        <p:txBody>
          <a:bodyPr wrap="square" lIns="0" tIns="0" rIns="0" bIns="0" rtlCol="0" anchor="t"/>
          <a:lstStyle/>
          <a:p>
            <a:pPr indent="0" marL="0">
              <a:lnSpc>
                <a:spcPct val="142000"/>
              </a:lnSpc>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7" name="Text 5"/>
          <p:cNvSpPr/>
          <p:nvPr/>
        </p:nvSpPr>
        <p:spPr>
          <a:xfrm>
            <a:off x="1152000" y="1440000"/>
            <a:ext cx="396000" cy="504000"/>
          </a:xfrm>
          <a:prstGeom prst="rect">
            <a:avLst/>
          </a:prstGeom>
          <a:noFill/>
          <a:ln/>
        </p:spPr>
        <p:txBody>
          <a:bodyPr wrap="square" lIns="0" tIns="0" rIns="0" bIns="0" rtlCol="0" anchor="t"/>
          <a:lstStyle/>
          <a:p>
            <a:pPr indent="0" marL="0">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8" name="Text 6"/>
          <p:cNvSpPr/>
          <p:nvPr/>
        </p:nvSpPr>
        <p:spPr>
          <a:xfrm>
            <a:off x="1152000" y="2880000"/>
            <a:ext cx="396000" cy="504000"/>
          </a:xfrm>
          <a:prstGeom prst="rect">
            <a:avLst/>
          </a:prstGeom>
          <a:noFill/>
          <a:ln/>
        </p:spPr>
        <p:txBody>
          <a:bodyPr wrap="square" lIns="0" tIns="0" rIns="0" bIns="0" rtlCol="0" anchor="t"/>
          <a:lstStyle/>
          <a:p>
            <a:pPr indent="0" marL="0">
              <a:lnSpc>
                <a:spcPct val="142000"/>
              </a:lnSpc>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9" name="Text 7"/>
          <p:cNvSpPr/>
          <p:nvPr/>
        </p:nvSpPr>
        <p:spPr>
          <a:xfrm>
            <a:off x="1584000" y="1440000"/>
            <a:ext cx="396000" cy="504000"/>
          </a:xfrm>
          <a:prstGeom prst="rect">
            <a:avLst/>
          </a:prstGeom>
          <a:noFill/>
          <a:ln/>
        </p:spPr>
        <p:txBody>
          <a:bodyPr wrap="square" lIns="0" tIns="0" rIns="0" bIns="0" rtlCol="0" anchor="t"/>
          <a:lstStyle/>
          <a:p>
            <a:pPr indent="0" marL="0">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
        <p:nvSpPr>
          <p:cNvPr id="10" name="Text 8"/>
          <p:cNvSpPr/>
          <p:nvPr/>
        </p:nvSpPr>
        <p:spPr>
          <a:xfrm>
            <a:off x="1584000" y="2880000"/>
            <a:ext cx="396000" cy="504000"/>
          </a:xfrm>
          <a:prstGeom prst="rect">
            <a:avLst/>
          </a:prstGeom>
          <a:noFill/>
          <a:ln/>
        </p:spPr>
        <p:txBody>
          <a:bodyPr wrap="square" lIns="0" tIns="0" rIns="0" bIns="0" rtlCol="0" anchor="t"/>
          <a:lstStyle/>
          <a:p>
            <a:pPr indent="0" marL="0">
              <a:lnSpc>
                <a:spcPct val="142000"/>
              </a:lnSpc>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160000" y="1440000"/>
            <a:ext cx="3456000" cy="5400000"/>
          </a:xfrm>
          <a:prstGeom prst="rect">
            <a:avLst/>
          </a:prstGeom>
          <a:noFill/>
          <a:ln/>
        </p:spPr>
        <p:txBody>
          <a:bodyPr wrap="square" lIns="0" tIns="0" rIns="0" bIns="0" rtlCol="0" anchor="t"/>
          <a:lstStyle/>
          <a:p>
            <a:pPr indent="0" marL="0">
              <a:lnSpc>
                <a:spcPct val="136000"/>
              </a:lnSpc>
              <a:buNone/>
            </a:pPr>
            <a:r>
              <a:rPr lang="en-US" sz="1100" dirty="0">
                <a:solidFill>
                  <a:srgbClr val="46606E"/>
                </a:solidFill>
                <a:latin typeface="Spectral" pitchFamily="34" charset="0"/>
                <a:ea typeface="Spectral" pitchFamily="34" charset="-122"/>
                <a:cs typeface="Spectral" pitchFamily="34" charset="-120"/>
              </a:rPr>
              <a:t>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1100" dirty="0"/>
          </a:p>
        </p:txBody>
      </p:sp>
      <p:sp>
        <p:nvSpPr>
          <p:cNvPr id="3" name="Text 1"/>
          <p:cNvSpPr/>
          <p:nvPr/>
        </p:nvSpPr>
        <p:spPr>
          <a:xfrm>
            <a:off x="288000" y="1440000"/>
            <a:ext cx="396000" cy="504000"/>
          </a:xfrm>
          <a:prstGeom prst="rect">
            <a:avLst/>
          </a:prstGeom>
          <a:noFill/>
          <a:ln/>
        </p:spPr>
        <p:txBody>
          <a:bodyPr wrap="square" lIns="0" tIns="0" rIns="0" bIns="0" rtlCol="0" anchor="t"/>
          <a:lstStyle/>
          <a:p>
            <a:pPr indent="0" marL="0">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4" name="Text 2"/>
          <p:cNvSpPr/>
          <p:nvPr/>
        </p:nvSpPr>
        <p:spPr>
          <a:xfrm>
            <a:off x="288000" y="2880000"/>
            <a:ext cx="396000" cy="504000"/>
          </a:xfrm>
          <a:prstGeom prst="rect">
            <a:avLst/>
          </a:prstGeom>
          <a:noFill/>
          <a:ln/>
        </p:spPr>
        <p:txBody>
          <a:bodyPr wrap="square" lIns="0" tIns="0" rIns="0" bIns="0" rtlCol="0" anchor="t"/>
          <a:lstStyle/>
          <a:p>
            <a:pPr indent="0" marL="0">
              <a:lnSpc>
                <a:spcPct val="136000"/>
              </a:lnSpc>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5" name="Text 3"/>
          <p:cNvSpPr/>
          <p:nvPr/>
        </p:nvSpPr>
        <p:spPr>
          <a:xfrm>
            <a:off x="720000" y="1440000"/>
            <a:ext cx="396000" cy="504000"/>
          </a:xfrm>
          <a:prstGeom prst="rect">
            <a:avLst/>
          </a:prstGeom>
          <a:noFill/>
          <a:ln/>
        </p:spPr>
        <p:txBody>
          <a:bodyPr wrap="square" lIns="0" tIns="0" rIns="0" bIns="0" rtlCol="0" anchor="t"/>
          <a:lstStyle/>
          <a:p>
            <a:pPr indent="0" marL="0">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6" name="Text 4"/>
          <p:cNvSpPr/>
          <p:nvPr/>
        </p:nvSpPr>
        <p:spPr>
          <a:xfrm>
            <a:off x="720000" y="2880000"/>
            <a:ext cx="396000" cy="504000"/>
          </a:xfrm>
          <a:prstGeom prst="rect">
            <a:avLst/>
          </a:prstGeom>
          <a:noFill/>
          <a:ln/>
        </p:spPr>
        <p:txBody>
          <a:bodyPr wrap="square" lIns="0" tIns="0" rIns="0" bIns="0" rtlCol="0" anchor="t"/>
          <a:lstStyle/>
          <a:p>
            <a:pPr indent="0" marL="0">
              <a:lnSpc>
                <a:spcPct val="136000"/>
              </a:lnSpc>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7" name="Text 5"/>
          <p:cNvSpPr/>
          <p:nvPr/>
        </p:nvSpPr>
        <p:spPr>
          <a:xfrm>
            <a:off x="1152000" y="1440000"/>
            <a:ext cx="396000" cy="504000"/>
          </a:xfrm>
          <a:prstGeom prst="rect">
            <a:avLst/>
          </a:prstGeom>
          <a:noFill/>
          <a:ln/>
        </p:spPr>
        <p:txBody>
          <a:bodyPr wrap="square" lIns="0" tIns="0" rIns="0" bIns="0" rtlCol="0" anchor="t"/>
          <a:lstStyle/>
          <a:p>
            <a:pPr indent="0" marL="0">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8" name="Text 6"/>
          <p:cNvSpPr/>
          <p:nvPr/>
        </p:nvSpPr>
        <p:spPr>
          <a:xfrm>
            <a:off x="1152000" y="2880000"/>
            <a:ext cx="396000" cy="504000"/>
          </a:xfrm>
          <a:prstGeom prst="rect">
            <a:avLst/>
          </a:prstGeom>
          <a:noFill/>
          <a:ln/>
        </p:spPr>
        <p:txBody>
          <a:bodyPr wrap="square" lIns="0" tIns="0" rIns="0" bIns="0" rtlCol="0" anchor="t"/>
          <a:lstStyle/>
          <a:p>
            <a:pPr indent="0" marL="0">
              <a:lnSpc>
                <a:spcPct val="136000"/>
              </a:lnSpc>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9" name="Text 7"/>
          <p:cNvSpPr/>
          <p:nvPr/>
        </p:nvSpPr>
        <p:spPr>
          <a:xfrm>
            <a:off x="1584000" y="1440000"/>
            <a:ext cx="396000" cy="504000"/>
          </a:xfrm>
          <a:prstGeom prst="rect">
            <a:avLst/>
          </a:prstGeom>
          <a:noFill/>
          <a:ln/>
        </p:spPr>
        <p:txBody>
          <a:bodyPr wrap="square" lIns="0" tIns="0" rIns="0" bIns="0" rtlCol="0" anchor="t"/>
          <a:lstStyle/>
          <a:p>
            <a:pPr indent="0" marL="0">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
        <p:nvSpPr>
          <p:cNvPr id="10" name="Text 8"/>
          <p:cNvSpPr/>
          <p:nvPr/>
        </p:nvSpPr>
        <p:spPr>
          <a:xfrm>
            <a:off x="1584000" y="2880000"/>
            <a:ext cx="396000" cy="504000"/>
          </a:xfrm>
          <a:prstGeom prst="rect">
            <a:avLst/>
          </a:prstGeom>
          <a:noFill/>
          <a:ln/>
        </p:spPr>
        <p:txBody>
          <a:bodyPr wrap="square" lIns="0" tIns="0" rIns="0" bIns="0" rtlCol="0" anchor="t"/>
          <a:lstStyle/>
          <a:p>
            <a:pPr indent="0" marL="0">
              <a:lnSpc>
                <a:spcPct val="136000"/>
              </a:lnSpc>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160000" y="1440000"/>
            <a:ext cx="3456000" cy="5400000"/>
          </a:xfrm>
          <a:prstGeom prst="rect">
            <a:avLst/>
          </a:prstGeom>
          <a:noFill/>
          <a:ln/>
        </p:spPr>
        <p:txBody>
          <a:bodyPr wrap="square" lIns="0" tIns="0" rIns="0" bIns="0" rtlCol="0" anchor="t"/>
          <a:lstStyle/>
          <a:p>
            <a:pPr indent="0" marL="0">
              <a:lnSpc>
                <a:spcPct val="125000"/>
              </a:lnSpc>
              <a:buNone/>
            </a:pPr>
            <a:r>
              <a:rPr lang="en-US" sz="950" dirty="0">
                <a:solidFill>
                  <a:srgbClr val="46606E"/>
                </a:solidFill>
                <a:latin typeface="Spectral" pitchFamily="34" charset="0"/>
                <a:ea typeface="Spectral" pitchFamily="34" charset="-122"/>
                <a:cs typeface="Spectral" pitchFamily="34" charset="-120"/>
              </a:rPr>
              <a:t>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950" dirty="0"/>
          </a:p>
        </p:txBody>
      </p:sp>
      <p:sp>
        <p:nvSpPr>
          <p:cNvPr id="3" name="Text 1"/>
          <p:cNvSpPr/>
          <p:nvPr/>
        </p:nvSpPr>
        <p:spPr>
          <a:xfrm>
            <a:off x="288000" y="1440000"/>
            <a:ext cx="396000" cy="504000"/>
          </a:xfrm>
          <a:prstGeom prst="rect">
            <a:avLst/>
          </a:prstGeom>
          <a:noFill/>
          <a:ln/>
        </p:spPr>
        <p:txBody>
          <a:bodyPr wrap="square" lIns="0" tIns="0" rIns="0" bIns="0" rtlCol="0" anchor="t"/>
          <a:lstStyle/>
          <a:p>
            <a:pPr indent="0" marL="0">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4" name="Text 2"/>
          <p:cNvSpPr/>
          <p:nvPr/>
        </p:nvSpPr>
        <p:spPr>
          <a:xfrm>
            <a:off x="288000" y="2880000"/>
            <a:ext cx="396000" cy="504000"/>
          </a:xfrm>
          <a:prstGeom prst="rect">
            <a:avLst/>
          </a:prstGeom>
          <a:noFill/>
          <a:ln/>
        </p:spPr>
        <p:txBody>
          <a:bodyPr wrap="square" lIns="0" tIns="0" rIns="0" bIns="0" rtlCol="0" anchor="t"/>
          <a:lstStyle/>
          <a:p>
            <a:pPr indent="0" marL="0">
              <a:lnSpc>
                <a:spcPct val="125000"/>
              </a:lnSpc>
              <a:buNone/>
            </a:pPr>
            <a:r>
              <a:rPr lang="en-US" sz="2350" dirty="0">
                <a:solidFill>
                  <a:srgbClr val="67067C"/>
                </a:solidFill>
                <a:latin typeface="Young Serif" pitchFamily="34" charset="0"/>
                <a:ea typeface="Young Serif" pitchFamily="34" charset="-122"/>
                <a:cs typeface="Young Serif" pitchFamily="34" charset="-120"/>
              </a:rPr>
              <a:t>S</a:t>
            </a:r>
            <a:endParaRPr lang="en-US" sz="2350" dirty="0"/>
          </a:p>
        </p:txBody>
      </p:sp>
      <p:sp>
        <p:nvSpPr>
          <p:cNvPr id="5" name="Text 3"/>
          <p:cNvSpPr/>
          <p:nvPr/>
        </p:nvSpPr>
        <p:spPr>
          <a:xfrm>
            <a:off x="720000" y="1440000"/>
            <a:ext cx="396000" cy="504000"/>
          </a:xfrm>
          <a:prstGeom prst="rect">
            <a:avLst/>
          </a:prstGeom>
          <a:noFill/>
          <a:ln/>
        </p:spPr>
        <p:txBody>
          <a:bodyPr wrap="square" lIns="0" tIns="0" rIns="0" bIns="0" rtlCol="0" anchor="t"/>
          <a:lstStyle/>
          <a:p>
            <a:pPr indent="0" marL="0">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6" name="Text 4"/>
          <p:cNvSpPr/>
          <p:nvPr/>
        </p:nvSpPr>
        <p:spPr>
          <a:xfrm>
            <a:off x="720000" y="2880000"/>
            <a:ext cx="396000" cy="504000"/>
          </a:xfrm>
          <a:prstGeom prst="rect">
            <a:avLst/>
          </a:prstGeom>
          <a:noFill/>
          <a:ln/>
        </p:spPr>
        <p:txBody>
          <a:bodyPr wrap="square" lIns="0" tIns="0" rIns="0" bIns="0" rtlCol="0" anchor="t"/>
          <a:lstStyle/>
          <a:p>
            <a:pPr indent="0" marL="0">
              <a:lnSpc>
                <a:spcPct val="125000"/>
              </a:lnSpc>
              <a:buNone/>
            </a:pPr>
            <a:r>
              <a:rPr lang="en-US" sz="1700" dirty="0">
                <a:solidFill>
                  <a:srgbClr val="67067C"/>
                </a:solidFill>
                <a:latin typeface="Young Serif" pitchFamily="34" charset="0"/>
                <a:ea typeface="Young Serif" pitchFamily="34" charset="-122"/>
                <a:cs typeface="Young Serif" pitchFamily="34" charset="-120"/>
              </a:rPr>
              <a:t>A</a:t>
            </a:r>
            <a:endParaRPr lang="en-US" sz="1700" dirty="0"/>
          </a:p>
        </p:txBody>
      </p:sp>
      <p:sp>
        <p:nvSpPr>
          <p:cNvPr id="7" name="Text 5"/>
          <p:cNvSpPr/>
          <p:nvPr/>
        </p:nvSpPr>
        <p:spPr>
          <a:xfrm>
            <a:off x="1152000" y="1440000"/>
            <a:ext cx="396000" cy="504000"/>
          </a:xfrm>
          <a:prstGeom prst="rect">
            <a:avLst/>
          </a:prstGeom>
          <a:noFill/>
          <a:ln/>
        </p:spPr>
        <p:txBody>
          <a:bodyPr wrap="square" lIns="0" tIns="0" rIns="0" bIns="0" rtlCol="0" anchor="t"/>
          <a:lstStyle/>
          <a:p>
            <a:pPr indent="0" marL="0">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8" name="Text 6"/>
          <p:cNvSpPr/>
          <p:nvPr/>
        </p:nvSpPr>
        <p:spPr>
          <a:xfrm>
            <a:off x="1152000" y="2880000"/>
            <a:ext cx="396000" cy="504000"/>
          </a:xfrm>
          <a:prstGeom prst="rect">
            <a:avLst/>
          </a:prstGeom>
          <a:noFill/>
          <a:ln/>
        </p:spPr>
        <p:txBody>
          <a:bodyPr wrap="square" lIns="0" tIns="0" rIns="0" bIns="0" rtlCol="0" anchor="t"/>
          <a:lstStyle/>
          <a:p>
            <a:pPr indent="0" marL="0">
              <a:lnSpc>
                <a:spcPct val="125000"/>
              </a:lnSpc>
              <a:buNone/>
            </a:pPr>
            <a:r>
              <a:rPr lang="en-US" sz="1250" dirty="0">
                <a:solidFill>
                  <a:srgbClr val="67067C"/>
                </a:solidFill>
                <a:latin typeface="Young Serif" pitchFamily="34" charset="0"/>
                <a:ea typeface="Young Serif" pitchFamily="34" charset="-122"/>
                <a:cs typeface="Young Serif" pitchFamily="34" charset="-120"/>
              </a:rPr>
              <a:t>P</a:t>
            </a:r>
            <a:endParaRPr lang="en-US" sz="1250" dirty="0"/>
          </a:p>
        </p:txBody>
      </p:sp>
      <p:sp>
        <p:nvSpPr>
          <p:cNvPr id="9" name="Text 7"/>
          <p:cNvSpPr/>
          <p:nvPr/>
        </p:nvSpPr>
        <p:spPr>
          <a:xfrm>
            <a:off x="1584000" y="1440000"/>
            <a:ext cx="396000" cy="504000"/>
          </a:xfrm>
          <a:prstGeom prst="rect">
            <a:avLst/>
          </a:prstGeom>
          <a:noFill/>
          <a:ln/>
        </p:spPr>
        <p:txBody>
          <a:bodyPr wrap="square" lIns="0" tIns="0" rIns="0" bIns="0" rtlCol="0" anchor="t"/>
          <a:lstStyle/>
          <a:p>
            <a:pPr indent="0" marL="0">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
        <p:nvSpPr>
          <p:cNvPr id="10" name="Text 8"/>
          <p:cNvSpPr/>
          <p:nvPr/>
        </p:nvSpPr>
        <p:spPr>
          <a:xfrm>
            <a:off x="1584000" y="2880000"/>
            <a:ext cx="396000" cy="504000"/>
          </a:xfrm>
          <a:prstGeom prst="rect">
            <a:avLst/>
          </a:prstGeom>
          <a:noFill/>
          <a:ln/>
        </p:spPr>
        <p:txBody>
          <a:bodyPr wrap="square" lIns="0" tIns="0" rIns="0" bIns="0" rtlCol="0" anchor="t"/>
          <a:lstStyle/>
          <a:p>
            <a:pPr indent="0" marL="0">
              <a:lnSpc>
                <a:spcPct val="125000"/>
              </a:lnSpc>
              <a:buNone/>
            </a:pPr>
            <a:r>
              <a:rPr lang="en-US" sz="3000" dirty="0">
                <a:solidFill>
                  <a:srgbClr val="67067C"/>
                </a:solidFill>
                <a:latin typeface="Young Serif" pitchFamily="34" charset="0"/>
                <a:ea typeface="Young Serif" pitchFamily="34" charset="-122"/>
                <a:cs typeface="Young Serif" pitchFamily="34" charset="-120"/>
              </a:rPr>
              <a:t>D</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2026-10-02T08:31:17Z</dcterms:created>
  <dcterms:modified xsi:type="dcterms:W3CDTF">2026-10-02T08:31:17Z</dcterms:modified>
</cp:coreProperties>
</file>