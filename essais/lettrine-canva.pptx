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7560000" cy="9360000"/>
  <p:notesSz cx="9360000" cy="756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00" y="432000"/>
            <a:ext cx="612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 Morceau : Young Serif, 23,5 pt, violet (actuel)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520000" y="1440000"/>
            <a:ext cx="3420000" cy="2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2350" dirty="0">
                <a:solidFill>
                  <a:srgbClr val="67067C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S</a:t>
            </a:r>
            <a:r>
              <a:rPr lang="en-US" sz="1300" dirty="0">
                <a:solidFill>
                  <a:srgbClr val="46606E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ur les reliefs bocagers du Chantonnais, Vincent et Alban Orion sculptent 30 hectares reflétant la diversité des terroirs chantonnaisiens. Une démarche paysanne faite de travail manuel minutieux et d’attention à la faune et à la flore, qui porte le domaine en agriculture biologique.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00" y="432000"/>
            <a:ext cx="612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 Morceau : même police, 23,5 pt, violet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520000" y="1440000"/>
            <a:ext cx="3420000" cy="2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2350" dirty="0">
                <a:solidFill>
                  <a:srgbClr val="67067C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S</a:t>
            </a:r>
            <a:r>
              <a:rPr lang="en-US" sz="1300" dirty="0">
                <a:solidFill>
                  <a:srgbClr val="46606E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ur les reliefs bocagers du Chantonnais, Vincent et Alban Orion sculptent 30 hectares reflétant la diversité des terroirs chantonnaisiens. Une démarche paysanne faite de travail manuel minutieux et d’attention à la faune et à la flore, qui porte le domaine en agriculture biologique.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00" y="432000"/>
            <a:ext cx="612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3. Morceau : IBM Plex Sans (connue de Canva), 23,5 pt, violet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520000" y="1440000"/>
            <a:ext cx="3420000" cy="2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2350" dirty="0">
                <a:solidFill>
                  <a:srgbClr val="6706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</a:t>
            </a:r>
            <a:r>
              <a:rPr lang="en-US" sz="1300" dirty="0">
                <a:solidFill>
                  <a:srgbClr val="46606E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ur les reliefs bocagers du Chantonnais, Vincent et Alban Orion sculptent 30 hectares reflétant la diversité des terroirs chantonnaisiens. Une démarche paysanne faite de travail manuel minutieux et d’attention à la faune et à la flore, qui porte le domaine en agriculture biologique.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00" y="432000"/>
            <a:ext cx="612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4. Morceau : Young Serif, 23,5 pt, violet, gras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520000" y="1440000"/>
            <a:ext cx="3420000" cy="2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2350" b="1" dirty="0">
                <a:solidFill>
                  <a:srgbClr val="67067C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S</a:t>
            </a:r>
            <a:r>
              <a:rPr lang="en-US" sz="1300" dirty="0">
                <a:solidFill>
                  <a:srgbClr val="46606E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ur les reliefs bocagers du Chantonnais, Vincent et Alban Orion sculptent 30 hectares reflétant la diversité des terroirs chantonnaisiens. Une démarche paysanne faite de travail manuel minutieux et d’attention à la faune et à la flore, qui porte le domaine en agriculture biologique.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00" y="432000"/>
            <a:ext cx="612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5. Lettrine dans sa propre boîte + retrait de 1re ligne, ancré en haut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520000" y="1296000"/>
            <a:ext cx="32400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67067C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2520000" y="1440000"/>
            <a:ext cx="3420000" cy="2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324000" marL="0">
              <a:lnSpc>
                <a:spcPct val="142000"/>
              </a:lnSpc>
              <a:buNone/>
            </a:pPr>
            <a:r>
              <a:rPr lang="en-US" sz="1300" dirty="0">
                <a:solidFill>
                  <a:srgbClr val="46606E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ur les reliefs bocagers du Chantonnais, Vincent et Alban Orion sculptent 30 hectares reflétant la diversité des terroirs chantonnaisiens. Une démarche paysanne faite de travail manuel minutieux et d’attention à la faune et à la flore, qui porte le domaine en agriculture biologique.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00" y="432000"/>
            <a:ext cx="612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6. Morceau : Young Serif, 23,5 pt, violet, sans interligne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520000" y="1440000"/>
            <a:ext cx="3420000" cy="2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50" dirty="0">
                <a:solidFill>
                  <a:srgbClr val="67067C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S</a:t>
            </a:r>
            <a:r>
              <a:rPr lang="en-US" sz="1300" dirty="0">
                <a:solidFill>
                  <a:srgbClr val="46606E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ur les reliefs bocagers du Chantonnais, Vincent et Alban Orion sculptent 30 hectares reflétant la diversité des terroirs chantonnaisiens. Une démarche paysanne faite de travail manuel minutieux et d’attention à la faune et à la flore, qui porte le domaine en agriculture biologique.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2026-10-02T08:25:05Z</dcterms:created>
  <dcterms:modified xsi:type="dcterms:W3CDTF">2026-10-02T08:25:05Z</dcterms:modified>
</cp:coreProperties>
</file>